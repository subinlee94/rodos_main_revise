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ko-KR"/>
    </a:defPPr>
    <a:lvl1pPr marL="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2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D7CFB-A3FB-8314-F181-33E75031D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BACF5A-1E4C-6DA2-4124-FC8CD11A8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D56B2-264C-6F89-7BC4-4518870D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AEEAC-BCA0-415E-A507-EE2BC02F144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12BB40-A321-6308-9BE5-06CABF85E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AC7F4B-DCB3-896D-705D-1B9EFBF05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370D-0FF1-4CBE-8716-8827DD09DB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61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43846-F4FB-2E6B-D3A9-E91F93F02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8E35D5-3D1C-9F45-59A8-C7820DD7F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FAFEDA-0E28-98DE-9F43-DBBA6C0E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AEEAC-BCA0-415E-A507-EE2BC02F144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5E27FF-14D3-B5C9-EFB2-CA31B008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C9CEE7-BC9A-14FE-A4B7-F2357CE0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370D-0FF1-4CBE-8716-8827DD09DB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8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41637-D6D0-9718-699A-90DFA6710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2CA19F-8947-10E6-F11F-44B971E8A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B7425F-EFD1-691F-E74C-49E80957C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AEEAC-BCA0-415E-A507-EE2BC02F144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7DDDB0-C99B-4199-7059-3CF42BF12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F486A2-B446-1764-F15F-A7740374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370D-0FF1-4CBE-8716-8827DD09DB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8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5DF49-8697-28DA-DEE5-1B2793244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5F3958-5958-8689-FAF4-44016C6E7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C541C9-BCA0-FFF3-7E7F-54D42616A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14FC7D-B81F-4ECA-7083-35210FCFB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AEEAC-BCA0-415E-A507-EE2BC02F144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89F063-65E9-6B1A-CDF0-EF36FA58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25EF8C-5B32-9BEC-8CF6-6EDA255A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370D-0FF1-4CBE-8716-8827DD09DB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30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992E4-93C7-E092-2910-B0AA37A4F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DE252E-FB5E-40F5-E07C-59CD712EE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FF47CF-F6B1-383C-7247-F04EF96CD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AA9668-C125-F85B-CB48-B3C00CF62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5EC096-E726-EE94-96D2-C30DD18E5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3BD109-790C-4580-0CC6-A8033896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AEEAC-BCA0-415E-A507-EE2BC02F144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218F7A-6AF5-C1A7-A4E1-27F0A0DE4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E436C0-5F19-6C5B-F54B-F0173EDB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370D-0FF1-4CBE-8716-8827DD09DB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14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3A8B3-D3C7-84CE-5598-50AC73AF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AC4EAA-7433-2897-8460-485ACA7E1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AEEAC-BCA0-415E-A507-EE2BC02F144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036EC6-630B-E01C-9981-FAAB9EE1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9560E7-EB9D-47F3-6940-DCAD66DA0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370D-0FF1-4CBE-8716-8827DD09DB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229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28173AE-ECC1-2A64-F899-07B43F7AB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AEEAC-BCA0-415E-A507-EE2BC02F144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D25F69-98E6-CC2A-3502-D37303AB8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5F6772-F8AE-DC49-78DB-5B2CBB3C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370D-0FF1-4CBE-8716-8827DD09DB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35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46D09D-5CC1-694C-A22E-DDD5E74B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66BF5B-B983-36A3-E8DC-B6076ECD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BD61F4-BC2E-7054-37D3-50B4F193B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394EA3-8656-7A95-050B-A8D4C78C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AEEAC-BCA0-415E-A507-EE2BC02F144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E98827-8B42-533E-57F1-DE7C55C81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DF53E2-CBAE-790E-A86B-7728599C0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370D-0FF1-4CBE-8716-8827DD09DB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02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C7AB9B-ADFB-EF00-2FEF-20E8636EB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FE85E8-37CC-D649-3C64-F3E8279C3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5E42FE-3B69-F3C8-2A04-DF6425DE7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5FADA3-8BE9-A19A-1410-56FB7F5F0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AEEAC-BCA0-415E-A507-EE2BC02F144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5EFCC4-A82B-843D-6338-7E9AE01A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9E218E-E719-271D-A07C-AE883D4D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370D-0FF1-4CBE-8716-8827DD09DB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38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69E7A2-2353-8D19-9FAB-6C42F87E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45F982-7894-3C12-F723-690A8CC16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57A0BE-883F-1265-3087-6B08B53B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AEEAC-BCA0-415E-A507-EE2BC02F144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025D5-918B-C0DE-4E7C-12704B1D1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230CC1-F3EF-BED3-47D3-F2BFB8FF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370D-0FF1-4CBE-8716-8827DD09DB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678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27CA40-B2BB-5ACA-51CE-43178FB09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751906-1235-1E75-1847-64730FEAE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3FFC8E-3FF9-8468-6934-E6E55BB00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AEEAC-BCA0-415E-A507-EE2BC02F144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70BC8E-AF24-7F61-03AE-3B7C26068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EC3A0D-7BA2-CD9B-B14F-A65A7D91B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5370D-0FF1-4CBE-8716-8827DD09DB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399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08887F-1646-8EE7-59A0-DAA4AAA7D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E4C949-4F5A-CF60-FD96-6940964CF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DDABBC-EC0C-6A85-A66E-90F1664A3E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AEEAC-BCA0-415E-A507-EE2BC02F144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84CE30-7626-29EE-7759-D1F7F8779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454A88-62DB-3B3E-BB7A-C031F8A39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5370D-0FF1-4CBE-8716-8827DD09DB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87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0D411D-6009-FA4F-E12E-8D9FFE5BA60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FED0F2-5591-BBAA-DB1C-B305C369E229}"/>
              </a:ext>
            </a:extLst>
          </p:cNvPr>
          <p:cNvSpPr txBox="1"/>
          <p:nvPr/>
        </p:nvSpPr>
        <p:spPr>
          <a:xfrm>
            <a:off x="812800" y="1206500"/>
            <a:ext cx="6350000" cy="4001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2000" b="1">
                <a:solidFill>
                  <a:srgbClr val="246AD3"/>
                </a:solidFill>
                <a:latin typeface="맑은 고딕" panose="020B0503020000020004" pitchFamily="50" charset="-127"/>
              </a:rPr>
              <a:t>RODOS2</a:t>
            </a:r>
            <a:endParaRPr lang="ko-KR" altLang="en-US" sz="2000" b="1">
              <a:solidFill>
                <a:srgbClr val="246AD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A010B-744C-7F2D-5E4C-B21927CC7EEB}"/>
              </a:ext>
            </a:extLst>
          </p:cNvPr>
          <p:cNvSpPr txBox="1"/>
          <p:nvPr/>
        </p:nvSpPr>
        <p:spPr>
          <a:xfrm>
            <a:off x="812800" y="1905000"/>
            <a:ext cx="10160000" cy="113877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3400" b="1">
                <a:solidFill>
                  <a:srgbClr val="FFFFFF"/>
                </a:solidFill>
                <a:latin typeface="맑은 고딕" panose="020B0503020000020004" pitchFamily="50" charset="-127"/>
              </a:rPr>
              <a:t>Information Model Editor
</a:t>
            </a:r>
            <a:r>
              <a:rPr lang="ko-KR" altLang="en-US" sz="3400" b="1">
                <a:solidFill>
                  <a:srgbClr val="FFFFFF"/>
                </a:solidFill>
                <a:latin typeface="맑은 고딕" panose="020B0503020000020004" pitchFamily="50" charset="-127"/>
              </a:rPr>
              <a:t>사용자 매뉴얼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CF7A9-1E1F-16AD-EB33-DF1D59F2C984}"/>
              </a:ext>
            </a:extLst>
          </p:cNvPr>
          <p:cNvSpPr txBox="1"/>
          <p:nvPr/>
        </p:nvSpPr>
        <p:spPr>
          <a:xfrm>
            <a:off x="863600" y="4064000"/>
            <a:ext cx="9144000" cy="3539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700">
                <a:solidFill>
                  <a:srgbClr val="DDDDDD"/>
                </a:solidFill>
                <a:latin typeface="맑은 고딕" panose="020B0503020000020004" pitchFamily="50" charset="-127"/>
              </a:rPr>
              <a:t>New IM · Canvas Composition · Mapping · Execute</a:t>
            </a:r>
            <a:endParaRPr lang="ko-KR" altLang="en-US" sz="1700">
              <a:solidFill>
                <a:srgbClr val="DDDDDD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5D1CF-9C01-DA58-1842-C3E09C954937}"/>
              </a:ext>
            </a:extLst>
          </p:cNvPr>
          <p:cNvSpPr txBox="1"/>
          <p:nvPr/>
        </p:nvSpPr>
        <p:spPr>
          <a:xfrm>
            <a:off x="863600" y="4762500"/>
            <a:ext cx="9652000" cy="3231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500">
                <a:solidFill>
                  <a:srgbClr val="FFFFFF"/>
                </a:solidFill>
                <a:latin typeface="맑은 고딕" panose="020B0503020000020004" pitchFamily="50" charset="-127"/>
              </a:rPr>
              <a:t>Robot → Controller → Software </a:t>
            </a:r>
            <a:r>
              <a:rPr lang="ko-KR" altLang="en-US" sz="1500">
                <a:solidFill>
                  <a:srgbClr val="FFFFFF"/>
                </a:solidFill>
                <a:latin typeface="맑은 고딕" panose="020B0503020000020004" pitchFamily="50" charset="-127"/>
              </a:rPr>
              <a:t>구성 및 정보 유지 가이드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2F7E3-9B02-D87E-5948-DE96DDF19E46}"/>
              </a:ext>
            </a:extLst>
          </p:cNvPr>
          <p:cNvSpPr txBox="1"/>
          <p:nvPr/>
        </p:nvSpPr>
        <p:spPr>
          <a:xfrm>
            <a:off x="863600" y="5969000"/>
            <a:ext cx="3810000" cy="246221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000">
                <a:solidFill>
                  <a:srgbClr val="BBBBBB"/>
                </a:solidFill>
                <a:latin typeface="맑은 고딕" panose="020B0503020000020004" pitchFamily="50" charset="-127"/>
              </a:rPr>
              <a:t>Version 1.0  |  2026.08</a:t>
            </a:r>
            <a:endParaRPr lang="ko-KR" altLang="en-US" sz="1000">
              <a:solidFill>
                <a:srgbClr val="BBBBB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3236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369289C-0BE3-C34D-5DE7-E1548222B300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D7136B-9F5A-B2BC-04E1-7125BA8DC936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RODOS2 USER MANUAL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C039DF-DBD2-BBF3-7651-AFB8CE9D176C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이 매뉴얼에서 다루는 작업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1B6B76-C26C-A713-8770-A3DC20ACA9F0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AE448-EEE0-4480-8367-ACCAEE44B145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A925E6-E498-158F-3172-86BB96074277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2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51BA58E-B0DA-1AA6-8378-FC1B48C493B0}"/>
              </a:ext>
            </a:extLst>
          </p:cNvPr>
          <p:cNvSpPr/>
          <p:nvPr/>
        </p:nvSpPr>
        <p:spPr>
          <a:xfrm>
            <a:off x="698500" y="19050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7432E-58F8-D407-F263-D6EA7DFA4477}"/>
              </a:ext>
            </a:extLst>
          </p:cNvPr>
          <p:cNvSpPr txBox="1"/>
          <p:nvPr/>
        </p:nvSpPr>
        <p:spPr>
          <a:xfrm>
            <a:off x="1003300" y="1841500"/>
            <a:ext cx="10490200" cy="3539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New IM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으로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Software / Controller / Robot 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생성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205C40D-7380-A773-DB5F-5EA70AF0EA4D}"/>
              </a:ext>
            </a:extLst>
          </p:cNvPr>
          <p:cNvSpPr/>
          <p:nvPr/>
        </p:nvSpPr>
        <p:spPr>
          <a:xfrm>
            <a:off x="698500" y="26416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600513-A2B1-C7D5-4C5F-3FFBD25EFA3E}"/>
              </a:ext>
            </a:extLst>
          </p:cNvPr>
          <p:cNvSpPr txBox="1"/>
          <p:nvPr/>
        </p:nvSpPr>
        <p:spPr>
          <a:xfrm>
            <a:off x="1003300" y="2578100"/>
            <a:ext cx="10490200" cy="3539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Properties·I/O·Services 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선택 및 직접 입력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EC44585-BA7A-67AE-A5B6-0834F05B2E70}"/>
              </a:ext>
            </a:extLst>
          </p:cNvPr>
          <p:cNvSpPr/>
          <p:nvPr/>
        </p:nvSpPr>
        <p:spPr>
          <a:xfrm>
            <a:off x="698500" y="33782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B1F2C8-8BD4-D94F-C22F-1D432E8316F3}"/>
              </a:ext>
            </a:extLst>
          </p:cNvPr>
          <p:cNvSpPr txBox="1"/>
          <p:nvPr/>
        </p:nvSpPr>
        <p:spPr>
          <a:xfrm>
            <a:off x="1003300" y="3314700"/>
            <a:ext cx="10490200" cy="3539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에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Software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를 연결하고 묶음 상태로 유지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464EFF1-BDF3-8C1E-CAB6-5F3B1A12C280}"/>
              </a:ext>
            </a:extLst>
          </p:cNvPr>
          <p:cNvSpPr/>
          <p:nvPr/>
        </p:nvSpPr>
        <p:spPr>
          <a:xfrm>
            <a:off x="698500" y="41148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C5610C-06DA-F076-3728-30094290754F}"/>
              </a:ext>
            </a:extLst>
          </p:cNvPr>
          <p:cNvSpPr txBox="1"/>
          <p:nvPr/>
        </p:nvSpPr>
        <p:spPr>
          <a:xfrm>
            <a:off x="1003300" y="4051300"/>
            <a:ext cx="10490200" cy="3539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를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Robot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에 연결하고 다중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구성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E875193-C068-43BE-8D76-9B504873AA94}"/>
              </a:ext>
            </a:extLst>
          </p:cNvPr>
          <p:cNvSpPr/>
          <p:nvPr/>
        </p:nvSpPr>
        <p:spPr>
          <a:xfrm>
            <a:off x="698500" y="48514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2571AF-FA27-920E-3A01-C08319A535FB}"/>
              </a:ext>
            </a:extLst>
          </p:cNvPr>
          <p:cNvSpPr txBox="1"/>
          <p:nvPr/>
        </p:nvSpPr>
        <p:spPr>
          <a:xfrm>
            <a:off x="1003300" y="4787900"/>
            <a:ext cx="10490200" cy="3539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저장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불러오기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·HW Mapping·Validation·Execute</a:t>
            </a:r>
            <a:endParaRPr lang="ko-KR" altLang="en-US" sz="17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8208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65C8A17-8EC5-851F-C6AA-2402D7B84662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63DE34-5684-8396-C2DA-F7D2F2AC9BD4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01. CONCEPT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EB186-71B8-8925-0949-3369AF5E1AC8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권장 정보 모델 구조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19EC82-63E9-E243-C673-1C43CD07071A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42C55-0335-8327-1B51-D20CEB0CFCEF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745F2-1A3B-72BE-A041-9CD543EC50C9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3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09E5A63-410F-3591-C366-1677B2B78B9A}"/>
              </a:ext>
            </a:extLst>
          </p:cNvPr>
          <p:cNvSpPr/>
          <p:nvPr/>
        </p:nvSpPr>
        <p:spPr>
          <a:xfrm>
            <a:off x="952500" y="2095500"/>
            <a:ext cx="102870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D7A7BC9-888D-6DFF-2F53-5D7F0D2AB4F9}"/>
              </a:ext>
            </a:extLst>
          </p:cNvPr>
          <p:cNvSpPr/>
          <p:nvPr/>
        </p:nvSpPr>
        <p:spPr>
          <a:xfrm>
            <a:off x="1397000" y="2603500"/>
            <a:ext cx="2286000" cy="1905000"/>
          </a:xfrm>
          <a:prstGeom prst="roundRect">
            <a:avLst/>
          </a:prstGeom>
          <a:solidFill>
            <a:srgbClr val="FAE6ED"/>
          </a:solidFill>
          <a:ln w="15875">
            <a:solidFill>
              <a:srgbClr val="246A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46E733-E35D-CBF5-6CE4-B921E91DCCAD}"/>
              </a:ext>
            </a:extLst>
          </p:cNvPr>
          <p:cNvSpPr txBox="1"/>
          <p:nvPr/>
        </p:nvSpPr>
        <p:spPr>
          <a:xfrm>
            <a:off x="1841500" y="3302000"/>
            <a:ext cx="1397000" cy="43088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2200" b="1">
                <a:solidFill>
                  <a:srgbClr val="162735"/>
                </a:solidFill>
                <a:latin typeface="맑은 고딕" panose="020B0503020000020004" pitchFamily="50" charset="-127"/>
              </a:rPr>
              <a:t>ROBOT</a:t>
            </a:r>
            <a:endParaRPr lang="ko-KR" altLang="en-US" sz="2200" b="1">
              <a:solidFill>
                <a:srgbClr val="16273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29B23D-DB78-DFF4-DC77-27344BD0574A}"/>
              </a:ext>
            </a:extLst>
          </p:cNvPr>
          <p:cNvSpPr txBox="1"/>
          <p:nvPr/>
        </p:nvSpPr>
        <p:spPr>
          <a:xfrm>
            <a:off x="3886200" y="3175000"/>
            <a:ext cx="571500" cy="52322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246AD3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0555595-76F2-B2A2-66D8-CF0248732A79}"/>
              </a:ext>
            </a:extLst>
          </p:cNvPr>
          <p:cNvSpPr/>
          <p:nvPr/>
        </p:nvSpPr>
        <p:spPr>
          <a:xfrm>
            <a:off x="4635500" y="2349500"/>
            <a:ext cx="2667000" cy="2413000"/>
          </a:xfrm>
          <a:prstGeom prst="roundRect">
            <a:avLst/>
          </a:prstGeom>
          <a:solidFill>
            <a:srgbClr val="FFF1E8"/>
          </a:solidFill>
          <a:ln w="15875">
            <a:solidFill>
              <a:srgbClr val="246A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CA783-49E8-5364-F035-A0C813D5E216}"/>
              </a:ext>
            </a:extLst>
          </p:cNvPr>
          <p:cNvSpPr txBox="1"/>
          <p:nvPr/>
        </p:nvSpPr>
        <p:spPr>
          <a:xfrm>
            <a:off x="5016500" y="3111500"/>
            <a:ext cx="1905000" cy="646331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800" b="1">
                <a:solidFill>
                  <a:srgbClr val="162735"/>
                </a:solidFill>
                <a:latin typeface="맑은 고딕" panose="020B0503020000020004" pitchFamily="50" charset="-127"/>
              </a:rPr>
              <a:t>CONTROLLER A
CONTROLLER B</a:t>
            </a:r>
            <a:endParaRPr lang="ko-KR" altLang="en-US" sz="1800" b="1">
              <a:solidFill>
                <a:srgbClr val="16273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B7449C-8E9D-3764-C532-AFDCEBE203B4}"/>
              </a:ext>
            </a:extLst>
          </p:cNvPr>
          <p:cNvSpPr txBox="1"/>
          <p:nvPr/>
        </p:nvSpPr>
        <p:spPr>
          <a:xfrm>
            <a:off x="7493000" y="3175000"/>
            <a:ext cx="571500" cy="52322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246AD3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88F9065-43A5-BCEE-9B58-2354E74AA837}"/>
              </a:ext>
            </a:extLst>
          </p:cNvPr>
          <p:cNvSpPr/>
          <p:nvPr/>
        </p:nvSpPr>
        <p:spPr>
          <a:xfrm>
            <a:off x="8255000" y="2349500"/>
            <a:ext cx="2413000" cy="2413000"/>
          </a:xfrm>
          <a:prstGeom prst="roundRect">
            <a:avLst/>
          </a:prstGeom>
          <a:solidFill>
            <a:srgbClr val="ECF7ED"/>
          </a:solidFill>
          <a:ln w="15875">
            <a:solidFill>
              <a:srgbClr val="4D94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BA9F0-2FF9-1A01-9B2E-E3BD743B01A8}"/>
              </a:ext>
            </a:extLst>
          </p:cNvPr>
          <p:cNvSpPr txBox="1"/>
          <p:nvPr/>
        </p:nvSpPr>
        <p:spPr>
          <a:xfrm>
            <a:off x="8572500" y="2857500"/>
            <a:ext cx="1778000" cy="83099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de-DE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SOFTWARE 1
SOFTWARE 2
SOFTWARE 3</a:t>
            </a:r>
            <a:endParaRPr lang="ko-KR" altLang="en-US" sz="1600" b="1">
              <a:solidFill>
                <a:srgbClr val="16273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3CA9B9-2D4D-BB7A-2B1F-65A412493012}"/>
              </a:ext>
            </a:extLst>
          </p:cNvPr>
          <p:cNvSpPr txBox="1"/>
          <p:nvPr/>
        </p:nvSpPr>
        <p:spPr>
          <a:xfrm>
            <a:off x="1651000" y="5588000"/>
            <a:ext cx="8890000" cy="3231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500" b="1">
                <a:solidFill>
                  <a:srgbClr val="292929"/>
                </a:solidFill>
                <a:latin typeface="맑은 고딕" panose="020B0503020000020004" pitchFamily="50" charset="-127"/>
              </a:rPr>
              <a:t>Robot </a:t>
            </a:r>
            <a:r>
              <a:rPr lang="ko-KR" altLang="en-US" sz="1500" b="1">
                <a:solidFill>
                  <a:srgbClr val="292929"/>
                </a:solidFill>
                <a:latin typeface="맑은 고딕" panose="020B0503020000020004" pitchFamily="50" charset="-127"/>
              </a:rPr>
              <a:t>직속 </a:t>
            </a:r>
            <a:r>
              <a:rPr lang="en-US" altLang="ko-KR" sz="1500" b="1">
                <a:solidFill>
                  <a:srgbClr val="292929"/>
                </a:solidFill>
                <a:latin typeface="맑은 고딕" panose="020B0503020000020004" pitchFamily="50" charset="-127"/>
              </a:rPr>
              <a:t>Software</a:t>
            </a:r>
            <a:r>
              <a:rPr lang="ko-KR" altLang="en-US" sz="1500" b="1">
                <a:solidFill>
                  <a:srgbClr val="292929"/>
                </a:solidFill>
                <a:latin typeface="맑은 고딕" panose="020B0503020000020004" pitchFamily="50" charset="-127"/>
              </a:rPr>
              <a:t>와 </a:t>
            </a:r>
            <a:r>
              <a:rPr lang="en-US" altLang="ko-KR" sz="1500" b="1">
                <a:solidFill>
                  <a:srgbClr val="292929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1500" b="1">
                <a:solidFill>
                  <a:srgbClr val="292929"/>
                </a:solidFill>
                <a:latin typeface="맑은 고딕" panose="020B0503020000020004" pitchFamily="50" charset="-127"/>
              </a:rPr>
              <a:t>하위 </a:t>
            </a:r>
            <a:r>
              <a:rPr lang="en-US" altLang="ko-KR" sz="1500" b="1">
                <a:solidFill>
                  <a:srgbClr val="292929"/>
                </a:solidFill>
                <a:latin typeface="맑은 고딕" panose="020B0503020000020004" pitchFamily="50" charset="-127"/>
              </a:rPr>
              <a:t>Software</a:t>
            </a:r>
            <a:r>
              <a:rPr lang="ko-KR" altLang="en-US" sz="1500" b="1">
                <a:solidFill>
                  <a:srgbClr val="292929"/>
                </a:solidFill>
                <a:latin typeface="맑은 고딕" panose="020B0503020000020004" pitchFamily="50" charset="-127"/>
              </a:rPr>
              <a:t>를 모두 사용할 수 있습니다</a:t>
            </a:r>
            <a:r>
              <a:rPr lang="en-US" altLang="ko-KR" sz="1500" b="1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 b="1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4540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55BF161-5087-CD84-824B-FD935571B99E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03FC0D-5FD9-463C-8750-D5592B1A1008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02. GETTING STARTED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B7ACC6-2B28-FD75-D459-18D8BC849A3F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전체 화면 구성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B878CD-7B93-DFFF-2CFD-1F9ECF463AE8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3DC65-AA80-762E-0CA4-A0DB89010516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24ECB-7043-CE1C-6762-6D37F12CBA70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4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3679E5-5B69-3A0C-6677-08A8897BA4C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1803400"/>
            <a:ext cx="8255000" cy="463550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008A158-F999-CCEE-EC1D-65E400A96683}"/>
              </a:ext>
            </a:extLst>
          </p:cNvPr>
          <p:cNvSpPr/>
          <p:nvPr/>
        </p:nvSpPr>
        <p:spPr>
          <a:xfrm>
            <a:off x="9080500" y="1841500"/>
            <a:ext cx="2603500" cy="444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6A4746-DD89-6570-FDCF-E5D29D0108DD}"/>
              </a:ext>
            </a:extLst>
          </p:cNvPr>
          <p:cNvSpPr txBox="1"/>
          <p:nvPr/>
        </p:nvSpPr>
        <p:spPr>
          <a:xfrm>
            <a:off x="9334500" y="2159000"/>
            <a:ext cx="2159000" cy="30931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500">
                <a:solidFill>
                  <a:srgbClr val="292929"/>
                </a:solidFill>
                <a:latin typeface="맑은 고딕" panose="020B0503020000020004" pitchFamily="50" charset="-127"/>
              </a:rPr>
              <a:t>① 상단 메뉴
</a:t>
            </a:r>
            <a:r>
              <a:rPr lang="en-US" altLang="ko-KR" sz="1500">
                <a:solidFill>
                  <a:srgbClr val="292929"/>
                </a:solidFill>
                <a:latin typeface="맑은 고딕" panose="020B0503020000020004" pitchFamily="50" charset="-127"/>
              </a:rPr>
              <a:t>File / Edit / View / Launch
② Workspace
</a:t>
            </a:r>
            <a:r>
              <a:rPr lang="ko-KR" altLang="en-US" sz="1500">
                <a:solidFill>
                  <a:srgbClr val="292929"/>
                </a:solidFill>
                <a:latin typeface="맑은 고딕" panose="020B0503020000020004" pitchFamily="50" charset="-127"/>
              </a:rPr>
              <a:t>등록</a:t>
            </a:r>
            <a:r>
              <a:rPr lang="en-US" altLang="ko-KR" sz="1500">
                <a:solidFill>
                  <a:srgbClr val="29292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292929"/>
                </a:solidFill>
                <a:latin typeface="맑은 고딕" panose="020B0503020000020004" pitchFamily="50" charset="-127"/>
              </a:rPr>
              <a:t>생성된 </a:t>
            </a:r>
            <a:r>
              <a:rPr lang="en-US" altLang="ko-KR" sz="1500">
                <a:solidFill>
                  <a:srgbClr val="292929"/>
                </a:solidFill>
                <a:latin typeface="맑은 고딕" panose="020B0503020000020004" pitchFamily="50" charset="-127"/>
              </a:rPr>
              <a:t>IM </a:t>
            </a:r>
            <a:r>
              <a:rPr lang="ko-KR" altLang="en-US" sz="1500">
                <a:solidFill>
                  <a:srgbClr val="292929"/>
                </a:solidFill>
                <a:latin typeface="맑은 고딕" panose="020B0503020000020004" pitchFamily="50" charset="-127"/>
              </a:rPr>
              <a:t>탐색
③ </a:t>
            </a:r>
            <a:r>
              <a:rPr lang="en-US" altLang="ko-KR" sz="1500">
                <a:solidFill>
                  <a:srgbClr val="292929"/>
                </a:solidFill>
                <a:latin typeface="맑은 고딕" panose="020B0503020000020004" pitchFamily="50" charset="-127"/>
              </a:rPr>
              <a:t>Canvas
Robot·Controller·Software </a:t>
            </a:r>
            <a:r>
              <a:rPr lang="ko-KR" altLang="en-US" sz="1500">
                <a:solidFill>
                  <a:srgbClr val="292929"/>
                </a:solidFill>
                <a:latin typeface="맑은 고딕" panose="020B0503020000020004" pitchFamily="50" charset="-127"/>
              </a:rPr>
              <a:t>배치
④ </a:t>
            </a:r>
            <a:r>
              <a:rPr lang="en-US" altLang="ko-KR" sz="1500">
                <a:solidFill>
                  <a:srgbClr val="292929"/>
                </a:solidFill>
                <a:latin typeface="맑은 고딕" panose="020B0503020000020004" pitchFamily="50" charset="-127"/>
              </a:rPr>
              <a:t>Wizard
</a:t>
            </a:r>
            <a:r>
              <a:rPr lang="ko-KR" altLang="en-US" sz="1500">
                <a:solidFill>
                  <a:srgbClr val="292929"/>
                </a:solidFill>
                <a:latin typeface="맑은 고딕" panose="020B0503020000020004" pitchFamily="50" charset="-127"/>
              </a:rPr>
              <a:t>속성 선택</a:t>
            </a:r>
            <a:r>
              <a:rPr lang="en-US" altLang="ko-KR" sz="1500">
                <a:solidFill>
                  <a:srgbClr val="29292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292929"/>
                </a:solidFill>
                <a:latin typeface="맑은 고딕" panose="020B0503020000020004" pitchFamily="50" charset="-127"/>
              </a:rPr>
              <a:t>직접 입력</a:t>
            </a:r>
          </a:p>
        </p:txBody>
      </p:sp>
    </p:spTree>
    <p:extLst>
      <p:ext uri="{BB962C8B-B14F-4D97-AF65-F5344CB8AC3E}">
        <p14:creationId xmlns:p14="http://schemas.microsoft.com/office/powerpoint/2010/main" val="330933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24DB0C-B75F-EBD9-6A7C-4A23FEEA0A70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957C7-CA4A-0EC7-58FA-ED88599A1EAD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03. NEW IM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A4BE0-E31F-89C2-173E-DB702C7FA611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New IM 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메뉴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D95B99-C384-0373-F9C4-5F2A10C865DE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42951-1CB1-B19C-FDE0-410702F5B85A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14D9F-8177-61F8-7FA1-3252830CF2C3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5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82DABB5-9619-41BF-3E98-6653DC7D2C20}"/>
              </a:ext>
            </a:extLst>
          </p:cNvPr>
          <p:cNvSpPr/>
          <p:nvPr/>
        </p:nvSpPr>
        <p:spPr>
          <a:xfrm>
            <a:off x="698500" y="20955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81CCAAB-AC51-E349-B8A9-E232859AD367}"/>
              </a:ext>
            </a:extLst>
          </p:cNvPr>
          <p:cNvSpPr/>
          <p:nvPr/>
        </p:nvSpPr>
        <p:spPr>
          <a:xfrm>
            <a:off x="876300" y="22733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EFDF5C-EE63-FBE9-AD7C-EA3F7305BA60}"/>
              </a:ext>
            </a:extLst>
          </p:cNvPr>
          <p:cNvSpPr txBox="1"/>
          <p:nvPr/>
        </p:nvSpPr>
        <p:spPr>
          <a:xfrm>
            <a:off x="876300" y="23114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E173AD-9D70-86FF-6DE8-D24C7C6DB962}"/>
              </a:ext>
            </a:extLst>
          </p:cNvPr>
          <p:cNvSpPr txBox="1"/>
          <p:nvPr/>
        </p:nvSpPr>
        <p:spPr>
          <a:xfrm>
            <a:off x="1384300" y="22479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File </a:t>
            </a:r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열기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4EB01-01B1-B7D3-94D0-2C98F4F5E887}"/>
              </a:ext>
            </a:extLst>
          </p:cNvPr>
          <p:cNvSpPr txBox="1"/>
          <p:nvPr/>
        </p:nvSpPr>
        <p:spPr>
          <a:xfrm>
            <a:off x="927100" y="2730500"/>
            <a:ext cx="2908300" cy="276999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상단 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File 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메뉴를 선택합니다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804831C-19BC-7D86-3C40-B6529B76319B}"/>
              </a:ext>
            </a:extLst>
          </p:cNvPr>
          <p:cNvSpPr/>
          <p:nvPr/>
        </p:nvSpPr>
        <p:spPr>
          <a:xfrm>
            <a:off x="4406900" y="20955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0078473-B0B5-7654-F2E2-4B5F804A9362}"/>
              </a:ext>
            </a:extLst>
          </p:cNvPr>
          <p:cNvSpPr/>
          <p:nvPr/>
        </p:nvSpPr>
        <p:spPr>
          <a:xfrm>
            <a:off x="4584700" y="22733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EE20F0-9369-6806-9587-91D0A7FCC244}"/>
              </a:ext>
            </a:extLst>
          </p:cNvPr>
          <p:cNvSpPr txBox="1"/>
          <p:nvPr/>
        </p:nvSpPr>
        <p:spPr>
          <a:xfrm>
            <a:off x="4584700" y="23114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489E0E-005E-37F6-3866-0BC91A1D537E}"/>
              </a:ext>
            </a:extLst>
          </p:cNvPr>
          <p:cNvSpPr txBox="1"/>
          <p:nvPr/>
        </p:nvSpPr>
        <p:spPr>
          <a:xfrm>
            <a:off x="5092700" y="22479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New IM </a:t>
            </a:r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선택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82616F-07C6-3F90-83DA-398100946582}"/>
              </a:ext>
            </a:extLst>
          </p:cNvPr>
          <p:cNvSpPr txBox="1"/>
          <p:nvPr/>
        </p:nvSpPr>
        <p:spPr>
          <a:xfrm>
            <a:off x="4635500" y="2730500"/>
            <a:ext cx="2908300" cy="4616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Software, Recognition, Controller, Robot 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중 유형을 선택합니다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FF1538D-33F1-1528-1B5F-2D482AB970D6}"/>
              </a:ext>
            </a:extLst>
          </p:cNvPr>
          <p:cNvSpPr/>
          <p:nvPr/>
        </p:nvSpPr>
        <p:spPr>
          <a:xfrm>
            <a:off x="8115300" y="20955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902A00B-7F16-EA62-89F3-FD508A9E7590}"/>
              </a:ext>
            </a:extLst>
          </p:cNvPr>
          <p:cNvSpPr/>
          <p:nvPr/>
        </p:nvSpPr>
        <p:spPr>
          <a:xfrm>
            <a:off x="8293100" y="22733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C822F7-7360-460F-2738-4749D308DFAB}"/>
              </a:ext>
            </a:extLst>
          </p:cNvPr>
          <p:cNvSpPr txBox="1"/>
          <p:nvPr/>
        </p:nvSpPr>
        <p:spPr>
          <a:xfrm>
            <a:off x="8293100" y="23114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A3403F-68B7-63F3-E4F0-5D30BE3CB19F}"/>
              </a:ext>
            </a:extLst>
          </p:cNvPr>
          <p:cNvSpPr txBox="1"/>
          <p:nvPr/>
        </p:nvSpPr>
        <p:spPr>
          <a:xfrm>
            <a:off x="8801100" y="22479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Wizard </a:t>
            </a:r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작성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1AC41E-108A-553B-6180-07E3617F27F3}"/>
              </a:ext>
            </a:extLst>
          </p:cNvPr>
          <p:cNvSpPr txBox="1"/>
          <p:nvPr/>
        </p:nvSpPr>
        <p:spPr>
          <a:xfrm>
            <a:off x="8343900" y="2730500"/>
            <a:ext cx="2908300" cy="4616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단계별 정보를 입력하고 마지막 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Check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에서 완료합니다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17C208E-3D41-FD90-E2A8-70A58FFFD4CE}"/>
              </a:ext>
            </a:extLst>
          </p:cNvPr>
          <p:cNvSpPr/>
          <p:nvPr/>
        </p:nvSpPr>
        <p:spPr>
          <a:xfrm>
            <a:off x="1524000" y="4191000"/>
            <a:ext cx="9144000" cy="1397000"/>
          </a:xfrm>
          <a:prstGeom prst="roundRect">
            <a:avLst/>
          </a:prstGeom>
          <a:solidFill>
            <a:srgbClr val="EAF7FF"/>
          </a:solidFill>
          <a:ln w="15875">
            <a:solidFill>
              <a:srgbClr val="E882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6286CE-5DD9-0AC1-5231-6F01F3C2F2D3}"/>
              </a:ext>
            </a:extLst>
          </p:cNvPr>
          <p:cNvSpPr txBox="1"/>
          <p:nvPr/>
        </p:nvSpPr>
        <p:spPr>
          <a:xfrm>
            <a:off x="1841500" y="4445000"/>
            <a:ext cx="1524000" cy="3539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700" b="1">
                <a:solidFill>
                  <a:srgbClr val="162735"/>
                </a:solidFill>
                <a:latin typeface="맑은 고딕" panose="020B0503020000020004" pitchFamily="50" charset="-127"/>
              </a:rPr>
              <a:t>권장 순서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201511-51F8-D88D-F171-DBDD851628D4}"/>
              </a:ext>
            </a:extLst>
          </p:cNvPr>
          <p:cNvSpPr txBox="1"/>
          <p:nvPr/>
        </p:nvSpPr>
        <p:spPr>
          <a:xfrm>
            <a:off x="1841500" y="4889500"/>
            <a:ext cx="8255000" cy="646331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Software </a:t>
            </a:r>
            <a:r>
              <a:rPr lang="ko-KR" altLang="en-US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생성 → </a:t>
            </a:r>
            <a:r>
              <a:rPr lang="en-US" altLang="ko-KR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Software </a:t>
            </a:r>
            <a:r>
              <a:rPr lang="ko-KR" altLang="en-US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연결 → </a:t>
            </a:r>
            <a:r>
              <a:rPr lang="en-US" altLang="ko-KR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Robot</a:t>
            </a:r>
            <a:r>
              <a:rPr lang="ko-KR" altLang="en-US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연결</a:t>
            </a:r>
          </a:p>
        </p:txBody>
      </p:sp>
    </p:spTree>
    <p:extLst>
      <p:ext uri="{BB962C8B-B14F-4D97-AF65-F5344CB8AC3E}">
        <p14:creationId xmlns:p14="http://schemas.microsoft.com/office/powerpoint/2010/main" val="2738324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0819A7-B2E4-4E80-DA30-646B4BD8ED9B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113EF-823E-11A8-270F-8DF103F6F934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03. NEW IM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ED998-9B26-88E2-D8B8-77197A66A985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New Software 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생성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8B161D-E68E-DF28-3DA2-DF483473F2E0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33B899-C111-DC0B-604F-D65B0467D96C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79DEE3-9B75-663D-7016-E509BCB8EEAC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6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E14DF6C-E5D4-E22D-1915-7FE3E71D5D09}"/>
              </a:ext>
            </a:extLst>
          </p:cNvPr>
          <p:cNvSpPr/>
          <p:nvPr/>
        </p:nvSpPr>
        <p:spPr>
          <a:xfrm>
            <a:off x="698500" y="19050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530C08-36F4-7B8D-0DA8-56409CAA28ED}"/>
              </a:ext>
            </a:extLst>
          </p:cNvPr>
          <p:cNvSpPr txBox="1"/>
          <p:nvPr/>
        </p:nvSpPr>
        <p:spPr>
          <a:xfrm>
            <a:off x="1003300" y="18415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General Information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에서 이름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제조사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설명을 입력합니다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23BC556-60DB-85E0-94D7-030D15FBA983}"/>
              </a:ext>
            </a:extLst>
          </p:cNvPr>
          <p:cNvSpPr/>
          <p:nvPr/>
        </p:nvSpPr>
        <p:spPr>
          <a:xfrm>
            <a:off x="698500" y="26289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1D061E-821D-144B-4456-EF6F03E46B16}"/>
              </a:ext>
            </a:extLst>
          </p:cNvPr>
          <p:cNvSpPr txBox="1"/>
          <p:nvPr/>
        </p:nvSpPr>
        <p:spPr>
          <a:xfrm>
            <a:off x="1003300" y="25654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IDnType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Software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유형과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Module ID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를 확인합니다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DA280AD-37F2-A905-EFE6-4464A1FF5DDA}"/>
              </a:ext>
            </a:extLst>
          </p:cNvPr>
          <p:cNvSpPr/>
          <p:nvPr/>
        </p:nvSpPr>
        <p:spPr>
          <a:xfrm>
            <a:off x="698500" y="33528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02C851-E809-DDFD-8B06-5B50F46A7ADD}"/>
              </a:ext>
            </a:extLst>
          </p:cNvPr>
          <p:cNvSpPr txBox="1"/>
          <p:nvPr/>
        </p:nvSpPr>
        <p:spPr>
          <a:xfrm>
            <a:off x="1003300" y="32893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Properties / IOVariables / Services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는 직접 입력할 수 있습니다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85169F5-F6EF-401A-52D1-E52DF9028C7A}"/>
              </a:ext>
            </a:extLst>
          </p:cNvPr>
          <p:cNvSpPr/>
          <p:nvPr/>
        </p:nvSpPr>
        <p:spPr>
          <a:xfrm>
            <a:off x="698500" y="40767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296008-CC5A-1AF8-8C8D-C1AE78764348}"/>
              </a:ext>
            </a:extLst>
          </p:cNvPr>
          <p:cNvSpPr txBox="1"/>
          <p:nvPr/>
        </p:nvSpPr>
        <p:spPr>
          <a:xfrm>
            <a:off x="1003300" y="40132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Executable Form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에서 실행 파일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인자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환경 설정을 확인합니다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692A249-6DEA-CC7A-EC84-4F552716BE4F}"/>
              </a:ext>
            </a:extLst>
          </p:cNvPr>
          <p:cNvSpPr/>
          <p:nvPr/>
        </p:nvSpPr>
        <p:spPr>
          <a:xfrm>
            <a:off x="698500" y="48006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161D47-55ED-AFB3-0ACA-1753DC971D1C}"/>
              </a:ext>
            </a:extLst>
          </p:cNvPr>
          <p:cNvSpPr txBox="1"/>
          <p:nvPr/>
        </p:nvSpPr>
        <p:spPr>
          <a:xfrm>
            <a:off x="1003300" y="47371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Check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단계에서 누락 항목을 확인한 뒤 저장합니다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6197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35A29A7-6006-6C39-B5C0-069DA2698A4E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1BA808-D6E8-62CF-A1E3-55CBAAEC3C38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03. NEW IM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3906D-5C7F-4513-26A2-45706CA82DDD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New Controller 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생성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33B421-E66D-D4B6-9191-7569E1BA502D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5E389B-AC59-5D44-E010-1B053CFDBAE6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F4662-73AB-1ADB-0F55-53957B8E8CA9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7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D1932DF-74C6-156C-D1B3-12BD32BDFACF}"/>
              </a:ext>
            </a:extLst>
          </p:cNvPr>
          <p:cNvSpPr/>
          <p:nvPr/>
        </p:nvSpPr>
        <p:spPr>
          <a:xfrm>
            <a:off x="698500" y="19685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B0CFA8E-3D1E-A453-1A58-D41EC0964017}"/>
              </a:ext>
            </a:extLst>
          </p:cNvPr>
          <p:cNvSpPr/>
          <p:nvPr/>
        </p:nvSpPr>
        <p:spPr>
          <a:xfrm>
            <a:off x="876300" y="21463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6E2EBC-C411-29B7-8390-1010CC6EA7D6}"/>
              </a:ext>
            </a:extLst>
          </p:cNvPr>
          <p:cNvSpPr txBox="1"/>
          <p:nvPr/>
        </p:nvSpPr>
        <p:spPr>
          <a:xfrm>
            <a:off x="876300" y="21844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C7FAAA-C70D-5A2A-E415-A897C2D94FF6}"/>
              </a:ext>
            </a:extLst>
          </p:cNvPr>
          <p:cNvSpPr txBox="1"/>
          <p:nvPr/>
        </p:nvSpPr>
        <p:spPr>
          <a:xfrm>
            <a:off x="1384300" y="21209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기본 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5CD2D-0A19-3A3C-29C7-EA26538FA0CF}"/>
              </a:ext>
            </a:extLst>
          </p:cNvPr>
          <p:cNvSpPr txBox="1"/>
          <p:nvPr/>
        </p:nvSpPr>
        <p:spPr>
          <a:xfrm>
            <a:off x="927100" y="2603500"/>
            <a:ext cx="2908300" cy="4616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이름과 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Module ID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를 설정합니다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EF95E85-249A-FF20-BFEE-EA380E2960F2}"/>
              </a:ext>
            </a:extLst>
          </p:cNvPr>
          <p:cNvSpPr/>
          <p:nvPr/>
        </p:nvSpPr>
        <p:spPr>
          <a:xfrm>
            <a:off x="4406900" y="19685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353F392-4BA0-A712-167A-D967D625707B}"/>
              </a:ext>
            </a:extLst>
          </p:cNvPr>
          <p:cNvSpPr/>
          <p:nvPr/>
        </p:nvSpPr>
        <p:spPr>
          <a:xfrm>
            <a:off x="4584700" y="21463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867907-16BA-077B-7B18-938C1BA5497D}"/>
              </a:ext>
            </a:extLst>
          </p:cNvPr>
          <p:cNvSpPr txBox="1"/>
          <p:nvPr/>
        </p:nvSpPr>
        <p:spPr>
          <a:xfrm>
            <a:off x="4584700" y="21844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0AFC8D-971C-5935-37DF-B96147D558FD}"/>
              </a:ext>
            </a:extLst>
          </p:cNvPr>
          <p:cNvSpPr txBox="1"/>
          <p:nvPr/>
        </p:nvSpPr>
        <p:spPr>
          <a:xfrm>
            <a:off x="5092700" y="21209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Software </a:t>
            </a:r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연결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9DEF85-2376-D6C8-41B7-EBB4007E15E2}"/>
              </a:ext>
            </a:extLst>
          </p:cNvPr>
          <p:cNvSpPr txBox="1"/>
          <p:nvPr/>
        </p:nvSpPr>
        <p:spPr>
          <a:xfrm>
            <a:off x="4635500" y="2603500"/>
            <a:ext cx="2908300" cy="4616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IDnType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의 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swAspects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에서 사용할 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Software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를 선택합니다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4D55467-89E0-F92E-2284-21A9677F5789}"/>
              </a:ext>
            </a:extLst>
          </p:cNvPr>
          <p:cNvSpPr/>
          <p:nvPr/>
        </p:nvSpPr>
        <p:spPr>
          <a:xfrm>
            <a:off x="8115300" y="19685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3DA23FF6-F487-15FD-C27E-7A185D179365}"/>
              </a:ext>
            </a:extLst>
          </p:cNvPr>
          <p:cNvSpPr/>
          <p:nvPr/>
        </p:nvSpPr>
        <p:spPr>
          <a:xfrm>
            <a:off x="8293100" y="21463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7E43D9-740C-E53C-EB35-C43E431A7DE4}"/>
              </a:ext>
            </a:extLst>
          </p:cNvPr>
          <p:cNvSpPr txBox="1"/>
          <p:nvPr/>
        </p:nvSpPr>
        <p:spPr>
          <a:xfrm>
            <a:off x="8293100" y="21844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07DBAC-3CDC-0DB0-1122-3C75ECDAE1B7}"/>
              </a:ext>
            </a:extLst>
          </p:cNvPr>
          <p:cNvSpPr txBox="1"/>
          <p:nvPr/>
        </p:nvSpPr>
        <p:spPr>
          <a:xfrm>
            <a:off x="8801100" y="21209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정보 선택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E79331-51C4-1982-DC63-3670021F1839}"/>
              </a:ext>
            </a:extLst>
          </p:cNvPr>
          <p:cNvSpPr txBox="1"/>
          <p:nvPr/>
        </p:nvSpPr>
        <p:spPr>
          <a:xfrm>
            <a:off x="8343900" y="2603500"/>
            <a:ext cx="2908300" cy="4616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별 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Properties, I/O, Services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를 선택합니다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25DF934-E7F4-BF6D-AF5A-F8F813F2674D}"/>
              </a:ext>
            </a:extLst>
          </p:cNvPr>
          <p:cNvSpPr/>
          <p:nvPr/>
        </p:nvSpPr>
        <p:spPr>
          <a:xfrm>
            <a:off x="1016000" y="3937000"/>
            <a:ext cx="10160000" cy="1651000"/>
          </a:xfrm>
          <a:prstGeom prst="roundRect">
            <a:avLst/>
          </a:prstGeom>
          <a:solidFill>
            <a:srgbClr val="FFF1E8"/>
          </a:solidFill>
          <a:ln w="15875">
            <a:solidFill>
              <a:srgbClr val="246A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4A497D-F12D-5678-DA4C-E5E84FAF7B80}"/>
              </a:ext>
            </a:extLst>
          </p:cNvPr>
          <p:cNvSpPr txBox="1"/>
          <p:nvPr/>
        </p:nvSpPr>
        <p:spPr>
          <a:xfrm>
            <a:off x="1333500" y="4191000"/>
            <a:ext cx="19050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유지되는 정보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401562-EBDD-9D62-62EE-79B29FA8CA30}"/>
              </a:ext>
            </a:extLst>
          </p:cNvPr>
          <p:cNvSpPr txBox="1"/>
          <p:nvPr/>
        </p:nvSpPr>
        <p:spPr>
          <a:xfrm>
            <a:off x="1333500" y="4635500"/>
            <a:ext cx="9144000" cy="553998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500">
                <a:solidFill>
                  <a:srgbClr val="292929"/>
                </a:solidFill>
                <a:latin typeface="맑은 고딕" panose="020B0503020000020004" pitchFamily="50" charset="-127"/>
              </a:rPr>
              <a:t>Properties · I/O · Services · OS · Compiler/Execution · Libraries · Organization
Controller</a:t>
            </a:r>
            <a:r>
              <a:rPr lang="ko-KR" altLang="en-US" sz="1500">
                <a:solidFill>
                  <a:srgbClr val="292929"/>
                </a:solidFill>
                <a:latin typeface="맑은 고딕" panose="020B0503020000020004" pitchFamily="50" charset="-127"/>
              </a:rPr>
              <a:t>를 </a:t>
            </a:r>
            <a:r>
              <a:rPr lang="en-US" altLang="ko-KR" sz="1500">
                <a:solidFill>
                  <a:srgbClr val="292929"/>
                </a:solidFill>
                <a:latin typeface="맑은 고딕" panose="020B0503020000020004" pitchFamily="50" charset="-127"/>
              </a:rPr>
              <a:t>Robot</a:t>
            </a:r>
            <a:r>
              <a:rPr lang="ko-KR" altLang="en-US" sz="1500">
                <a:solidFill>
                  <a:srgbClr val="292929"/>
                </a:solidFill>
                <a:latin typeface="맑은 고딕" panose="020B0503020000020004" pitchFamily="50" charset="-127"/>
              </a:rPr>
              <a:t>으로 이동해도 선택 정보와 </a:t>
            </a:r>
            <a:r>
              <a:rPr lang="en-US" altLang="ko-KR" sz="1500">
                <a:solidFill>
                  <a:srgbClr val="292929"/>
                </a:solidFill>
                <a:latin typeface="맑은 고딕" panose="020B0503020000020004" pitchFamily="50" charset="-127"/>
              </a:rPr>
              <a:t>Software </a:t>
            </a:r>
            <a:r>
              <a:rPr lang="ko-KR" altLang="en-US" sz="1500">
                <a:solidFill>
                  <a:srgbClr val="292929"/>
                </a:solidFill>
                <a:latin typeface="맑은 고딕" panose="020B0503020000020004" pitchFamily="50" charset="-127"/>
              </a:rPr>
              <a:t>목록이 함께 유지됩니다</a:t>
            </a:r>
            <a:r>
              <a:rPr lang="en-US" altLang="ko-KR" sz="15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395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04A4D78-A9C2-A52C-10FA-3AE864F2C2AF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139DA-2DDB-F9CE-0E53-CA590582F67F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03. NEW IM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E843B4-C6DD-C8F0-0A05-E0B4D3A81222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Properties · I/O · Services 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입력 방식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F97518-C81F-2508-6311-EF61CD283A6C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FD74B2-CDED-2E20-5E1F-15AC1AA12049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DA8383-E990-7192-E17D-EE3A388BDED5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8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D637700-54D7-B00F-BFCB-C8AD922C26C0}"/>
              </a:ext>
            </a:extLst>
          </p:cNvPr>
          <p:cNvSpPr/>
          <p:nvPr/>
        </p:nvSpPr>
        <p:spPr>
          <a:xfrm>
            <a:off x="698500" y="1968500"/>
            <a:ext cx="5080000" cy="355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46A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25B2B-CF7D-2BB2-9998-F2AD2852CE02}"/>
              </a:ext>
            </a:extLst>
          </p:cNvPr>
          <p:cNvSpPr txBox="1"/>
          <p:nvPr/>
        </p:nvSpPr>
        <p:spPr>
          <a:xfrm>
            <a:off x="1079500" y="2286000"/>
            <a:ext cx="4254500" cy="4001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246AD3"/>
                </a:solidFill>
                <a:latin typeface="맑은 고딕" panose="020B0503020000020004" pitchFamily="50" charset="-127"/>
              </a:rPr>
              <a:t>Registry</a:t>
            </a:r>
            <a:r>
              <a:rPr lang="ko-KR" altLang="en-US" sz="2000" b="1">
                <a:solidFill>
                  <a:srgbClr val="246AD3"/>
                </a:solidFill>
                <a:latin typeface="맑은 고딕" panose="020B0503020000020004" pitchFamily="50" charset="-127"/>
              </a:rPr>
              <a:t>에서 가져오기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63017B5-24CF-9AEC-61E1-0AAA1C90A344}"/>
              </a:ext>
            </a:extLst>
          </p:cNvPr>
          <p:cNvSpPr/>
          <p:nvPr/>
        </p:nvSpPr>
        <p:spPr>
          <a:xfrm>
            <a:off x="1079500" y="30480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22C0D2-F50A-B391-A3FD-2B678B56483D}"/>
              </a:ext>
            </a:extLst>
          </p:cNvPr>
          <p:cNvSpPr txBox="1"/>
          <p:nvPr/>
        </p:nvSpPr>
        <p:spPr>
          <a:xfrm>
            <a:off x="1384300" y="2984500"/>
            <a:ext cx="3949700" cy="30777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연결된 </a:t>
            </a:r>
            <a:r>
              <a:rPr lang="en-US" altLang="ko-KR" sz="1400">
                <a:solidFill>
                  <a:srgbClr val="292929"/>
                </a:solidFill>
                <a:latin typeface="맑은 고딕" panose="020B0503020000020004" pitchFamily="50" charset="-127"/>
              </a:rPr>
              <a:t>Software/Controller</a:t>
            </a:r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별 항목 펼치기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7AADDE3-2BF7-EF85-0BE0-72AB2EB53F86}"/>
              </a:ext>
            </a:extLst>
          </p:cNvPr>
          <p:cNvSpPr/>
          <p:nvPr/>
        </p:nvSpPr>
        <p:spPr>
          <a:xfrm>
            <a:off x="1079500" y="37465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A5B564-A214-04FB-B60F-AF14F810D205}"/>
              </a:ext>
            </a:extLst>
          </p:cNvPr>
          <p:cNvSpPr txBox="1"/>
          <p:nvPr/>
        </p:nvSpPr>
        <p:spPr>
          <a:xfrm>
            <a:off x="1384300" y="3683000"/>
            <a:ext cx="3949700" cy="30777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필요한 항목을 클릭하여 선택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BA6AF9E-2EFC-AEEF-C13F-ECD076740FEA}"/>
              </a:ext>
            </a:extLst>
          </p:cNvPr>
          <p:cNvSpPr/>
          <p:nvPr/>
        </p:nvSpPr>
        <p:spPr>
          <a:xfrm>
            <a:off x="1079500" y="44450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F8F450-37E3-3DFB-0732-57A9EF157D10}"/>
              </a:ext>
            </a:extLst>
          </p:cNvPr>
          <p:cNvSpPr txBox="1"/>
          <p:nvPr/>
        </p:nvSpPr>
        <p:spPr>
          <a:xfrm>
            <a:off x="1384300" y="4381500"/>
            <a:ext cx="3949700" cy="30777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전체 가져오기 후 불필요한 항목 제거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985AB8B-1794-68A2-279A-B16BDE10D0B6}"/>
              </a:ext>
            </a:extLst>
          </p:cNvPr>
          <p:cNvSpPr/>
          <p:nvPr/>
        </p:nvSpPr>
        <p:spPr>
          <a:xfrm>
            <a:off x="6413500" y="1968500"/>
            <a:ext cx="5080000" cy="355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D94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25271D-5AA9-C71B-F1D7-08ED3BA68371}"/>
              </a:ext>
            </a:extLst>
          </p:cNvPr>
          <p:cNvSpPr txBox="1"/>
          <p:nvPr/>
        </p:nvSpPr>
        <p:spPr>
          <a:xfrm>
            <a:off x="6794500" y="2286000"/>
            <a:ext cx="4254500" cy="4001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4D9459"/>
                </a:solidFill>
                <a:latin typeface="맑은 고딕" panose="020B0503020000020004" pitchFamily="50" charset="-127"/>
              </a:rPr>
              <a:t>직접 입력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40B0DD4-2221-3EB1-8CCC-84E1AB1CE3D3}"/>
              </a:ext>
            </a:extLst>
          </p:cNvPr>
          <p:cNvSpPr/>
          <p:nvPr/>
        </p:nvSpPr>
        <p:spPr>
          <a:xfrm>
            <a:off x="6794500" y="30480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948098-CC3A-079D-1E2B-98975CFADB9F}"/>
              </a:ext>
            </a:extLst>
          </p:cNvPr>
          <p:cNvSpPr txBox="1"/>
          <p:nvPr/>
        </p:nvSpPr>
        <p:spPr>
          <a:xfrm>
            <a:off x="7099300" y="2984500"/>
            <a:ext cx="3949700" cy="30777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400">
                <a:solidFill>
                  <a:srgbClr val="292929"/>
                </a:solidFill>
                <a:latin typeface="맑은 고딕" panose="020B0503020000020004" pitchFamily="50" charset="-127"/>
              </a:rPr>
              <a:t>Add </a:t>
            </a:r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버튼으로 새 항목 생성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E5CCC2F-E349-F232-195E-41B087DDA062}"/>
              </a:ext>
            </a:extLst>
          </p:cNvPr>
          <p:cNvSpPr/>
          <p:nvPr/>
        </p:nvSpPr>
        <p:spPr>
          <a:xfrm>
            <a:off x="6794500" y="37465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FB7736-4959-3E79-DDF7-36F932979185}"/>
              </a:ext>
            </a:extLst>
          </p:cNvPr>
          <p:cNvSpPr txBox="1"/>
          <p:nvPr/>
        </p:nvSpPr>
        <p:spPr>
          <a:xfrm>
            <a:off x="7099300" y="3683000"/>
            <a:ext cx="3949700" cy="30777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이름</a:t>
            </a:r>
            <a:r>
              <a:rPr lang="en-US" altLang="ko-KR" sz="1400">
                <a:solidFill>
                  <a:srgbClr val="292929"/>
                </a:solidFill>
                <a:latin typeface="맑은 고딕" panose="020B0503020000020004" pitchFamily="50" charset="-127"/>
              </a:rPr>
              <a:t>·Type·Unit·Value </a:t>
            </a:r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직접 작성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BFFC7F5-6938-0BC5-9ED0-5D53B1451D5B}"/>
              </a:ext>
            </a:extLst>
          </p:cNvPr>
          <p:cNvSpPr/>
          <p:nvPr/>
        </p:nvSpPr>
        <p:spPr>
          <a:xfrm>
            <a:off x="6794500" y="44450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32DC61-2157-8B49-3D2A-7A298F543AC4}"/>
              </a:ext>
            </a:extLst>
          </p:cNvPr>
          <p:cNvSpPr txBox="1"/>
          <p:nvPr/>
        </p:nvSpPr>
        <p:spPr>
          <a:xfrm>
            <a:off x="7099300" y="4381500"/>
            <a:ext cx="3949700" cy="30777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가져온 항목과 직접 입력 항목 병행 가능</a:t>
            </a:r>
          </a:p>
        </p:txBody>
      </p:sp>
    </p:spTree>
    <p:extLst>
      <p:ext uri="{BB962C8B-B14F-4D97-AF65-F5344CB8AC3E}">
        <p14:creationId xmlns:p14="http://schemas.microsoft.com/office/powerpoint/2010/main" val="4290164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9D863A0-7EA1-7973-163B-F5547D73983F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BD1A6-C737-6FEB-818A-9611B7DEA097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03. NEW IM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BFE91-2114-1B64-6882-452BA9DBE90A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OS · Compiler · Libraries · Organization</a:t>
            </a:r>
            <a:endParaRPr lang="ko-KR" altLang="en-US" sz="2500" b="1">
              <a:solidFill>
                <a:srgbClr val="16273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CD3CF73-20A4-909D-9881-191E425071C3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0D263C-DC36-DBC1-D099-F5532F9C480C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1F8D7-B1CB-89CC-6DD9-BC7FC5844297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9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A1F8D11-234A-F7EC-6B03-26A5FB4CD5DF}"/>
              </a:ext>
            </a:extLst>
          </p:cNvPr>
          <p:cNvSpPr/>
          <p:nvPr/>
        </p:nvSpPr>
        <p:spPr>
          <a:xfrm>
            <a:off x="698500" y="19050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9EE30F-877D-99E1-C631-DD850224576B}"/>
              </a:ext>
            </a:extLst>
          </p:cNvPr>
          <p:cNvSpPr txBox="1"/>
          <p:nvPr/>
        </p:nvSpPr>
        <p:spPr>
          <a:xfrm>
            <a:off x="1003300" y="18415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OS: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지원 운영체제 및 버전 정보를 설정합니다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11BA21C-3567-9F1D-F4B5-A6373CB1A617}"/>
              </a:ext>
            </a:extLst>
          </p:cNvPr>
          <p:cNvSpPr/>
          <p:nvPr/>
        </p:nvSpPr>
        <p:spPr>
          <a:xfrm>
            <a:off x="698500" y="26416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7D220D-2CE2-7CE3-2A26-94DACB87193F}"/>
              </a:ext>
            </a:extLst>
          </p:cNvPr>
          <p:cNvSpPr txBox="1"/>
          <p:nvPr/>
        </p:nvSpPr>
        <p:spPr>
          <a:xfrm>
            <a:off x="1003300" y="25781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Compiler/Execution: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컴파일러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런타임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실행 환경 정보를 반영합니다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E7AD8FF-6662-02C9-4A1B-F1BA251E3497}"/>
              </a:ext>
            </a:extLst>
          </p:cNvPr>
          <p:cNvSpPr/>
          <p:nvPr/>
        </p:nvSpPr>
        <p:spPr>
          <a:xfrm>
            <a:off x="698500" y="33782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C2DB73-E3A4-B920-AC17-77CF669F246F}"/>
              </a:ext>
            </a:extLst>
          </p:cNvPr>
          <p:cNvSpPr txBox="1"/>
          <p:nvPr/>
        </p:nvSpPr>
        <p:spPr>
          <a:xfrm>
            <a:off x="1003300" y="33147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Libraries: Controller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또는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Software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가 요구하는 라이브러리를 선택합니다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8EFA783-DCCE-099B-94D2-95E2D3F5BD37}"/>
              </a:ext>
            </a:extLst>
          </p:cNvPr>
          <p:cNvSpPr/>
          <p:nvPr/>
        </p:nvSpPr>
        <p:spPr>
          <a:xfrm>
            <a:off x="698500" y="41148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9DDF61-DD4D-FB8B-D46E-CCA769459778}"/>
              </a:ext>
            </a:extLst>
          </p:cNvPr>
          <p:cNvSpPr txBox="1"/>
          <p:nvPr/>
        </p:nvSpPr>
        <p:spPr>
          <a:xfrm>
            <a:off x="1003300" y="40513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Organization: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제조사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조직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관리 주체 관련 정보를 기록합니다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5FF854C-A250-DB9E-8804-809BE219762C}"/>
              </a:ext>
            </a:extLst>
          </p:cNvPr>
          <p:cNvSpPr/>
          <p:nvPr/>
        </p:nvSpPr>
        <p:spPr>
          <a:xfrm>
            <a:off x="698500" y="48514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35B6E9-4B17-9AD7-2F65-C49E5A188B56}"/>
              </a:ext>
            </a:extLst>
          </p:cNvPr>
          <p:cNvSpPr txBox="1"/>
          <p:nvPr/>
        </p:nvSpPr>
        <p:spPr>
          <a:xfrm>
            <a:off x="1003300" y="47879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선택 버튼의 활성 색상으로 적용 여부를 확인합니다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4224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2536E99-C491-2E01-18EF-727BAC60D550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30564-EEC0-0AA7-4131-8E7FE05F084C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03. NEW IM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F08A2-96B7-6D31-2B66-EE9289A05FA5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New Robot 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생성과 </a:t>
            </a:r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선택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3BB80E-22A5-4D08-E415-10AD204BEF64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F9063-5E1C-EE63-9F87-29912325A0DD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45483-F2FC-FA80-8179-CBAC1DF28501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10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6169EFD-D814-326A-6000-117A775D3AC4}"/>
              </a:ext>
            </a:extLst>
          </p:cNvPr>
          <p:cNvSpPr/>
          <p:nvPr/>
        </p:nvSpPr>
        <p:spPr>
          <a:xfrm>
            <a:off x="698500" y="19685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65A4C8C-4ECA-F5D1-CBC1-8B69F76FB21E}"/>
              </a:ext>
            </a:extLst>
          </p:cNvPr>
          <p:cNvSpPr/>
          <p:nvPr/>
        </p:nvSpPr>
        <p:spPr>
          <a:xfrm>
            <a:off x="876300" y="21463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7EF34-9AE9-ABE9-F362-B19B8548B86C}"/>
              </a:ext>
            </a:extLst>
          </p:cNvPr>
          <p:cNvSpPr txBox="1"/>
          <p:nvPr/>
        </p:nvSpPr>
        <p:spPr>
          <a:xfrm>
            <a:off x="876300" y="21844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E52924-A412-ACD8-F131-83190C6C1526}"/>
              </a:ext>
            </a:extLst>
          </p:cNvPr>
          <p:cNvSpPr txBox="1"/>
          <p:nvPr/>
        </p:nvSpPr>
        <p:spPr>
          <a:xfrm>
            <a:off x="1384300" y="21209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Robot </a:t>
            </a:r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생성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1E4138-C957-6E83-D25F-9AF272B9F873}"/>
              </a:ext>
            </a:extLst>
          </p:cNvPr>
          <p:cNvSpPr txBox="1"/>
          <p:nvPr/>
        </p:nvSpPr>
        <p:spPr>
          <a:xfrm>
            <a:off x="927100" y="2603500"/>
            <a:ext cx="2908300" cy="276999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File → New IM → Robot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을 선택합니다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BFB5EA3-4E4A-A573-6B08-B66D3979BF31}"/>
              </a:ext>
            </a:extLst>
          </p:cNvPr>
          <p:cNvSpPr/>
          <p:nvPr/>
        </p:nvSpPr>
        <p:spPr>
          <a:xfrm>
            <a:off x="4406900" y="19685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30925B3-5B3F-28BD-4239-17B48E1899CC}"/>
              </a:ext>
            </a:extLst>
          </p:cNvPr>
          <p:cNvSpPr/>
          <p:nvPr/>
        </p:nvSpPr>
        <p:spPr>
          <a:xfrm>
            <a:off x="4584700" y="21463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264784-EB3E-4A43-57A6-815EC54003DE}"/>
              </a:ext>
            </a:extLst>
          </p:cNvPr>
          <p:cNvSpPr txBox="1"/>
          <p:nvPr/>
        </p:nvSpPr>
        <p:spPr>
          <a:xfrm>
            <a:off x="4584700" y="21844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F09EDE-5567-106C-4FA9-DED3CB626039}"/>
              </a:ext>
            </a:extLst>
          </p:cNvPr>
          <p:cNvSpPr txBox="1"/>
          <p:nvPr/>
        </p:nvSpPr>
        <p:spPr>
          <a:xfrm>
            <a:off x="5092700" y="21209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Controllers </a:t>
            </a:r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선택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A796D2-4AFE-A289-B30E-BC9589007477}"/>
              </a:ext>
            </a:extLst>
          </p:cNvPr>
          <p:cNvSpPr txBox="1"/>
          <p:nvPr/>
        </p:nvSpPr>
        <p:spPr>
          <a:xfrm>
            <a:off x="4635500" y="2603500"/>
            <a:ext cx="2908300" cy="4616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IDnType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의 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Linked Controllers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에서 하나 이상 선택합니다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60CFC6F-750F-7E61-92FA-727234C7AFB4}"/>
              </a:ext>
            </a:extLst>
          </p:cNvPr>
          <p:cNvSpPr/>
          <p:nvPr/>
        </p:nvSpPr>
        <p:spPr>
          <a:xfrm>
            <a:off x="8115300" y="19685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CFAC4CB-C718-BAA8-A00D-32C2CB4C1C74}"/>
              </a:ext>
            </a:extLst>
          </p:cNvPr>
          <p:cNvSpPr/>
          <p:nvPr/>
        </p:nvSpPr>
        <p:spPr>
          <a:xfrm>
            <a:off x="8293100" y="21463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6A0260-AD67-4716-A343-8B62D466DB04}"/>
              </a:ext>
            </a:extLst>
          </p:cNvPr>
          <p:cNvSpPr txBox="1"/>
          <p:nvPr/>
        </p:nvSpPr>
        <p:spPr>
          <a:xfrm>
            <a:off x="8293100" y="21844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2B717D-9A60-E029-CFAF-2DCF3FEC30CB}"/>
              </a:ext>
            </a:extLst>
          </p:cNvPr>
          <p:cNvSpPr txBox="1"/>
          <p:nvPr/>
        </p:nvSpPr>
        <p:spPr>
          <a:xfrm>
            <a:off x="8801100" y="21209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별 설정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AE432D-8830-B547-C53E-77FB7794B8C7}"/>
              </a:ext>
            </a:extLst>
          </p:cNvPr>
          <p:cNvSpPr txBox="1"/>
          <p:nvPr/>
        </p:nvSpPr>
        <p:spPr>
          <a:xfrm>
            <a:off x="8343900" y="2603500"/>
            <a:ext cx="2908300" cy="4616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각 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를 펼쳐 가져올 속성과 기능을 선택합니다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D4CBF25-9ED9-E66D-EA1D-73F79003F26D}"/>
              </a:ext>
            </a:extLst>
          </p:cNvPr>
          <p:cNvSpPr/>
          <p:nvPr/>
        </p:nvSpPr>
        <p:spPr>
          <a:xfrm>
            <a:off x="1397000" y="4127500"/>
            <a:ext cx="9398000" cy="1206500"/>
          </a:xfrm>
          <a:prstGeom prst="roundRect">
            <a:avLst/>
          </a:prstGeom>
          <a:solidFill>
            <a:srgbClr val="EAF7FF"/>
          </a:solidFill>
          <a:ln w="15875">
            <a:solidFill>
              <a:srgbClr val="E882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0F4F6C-B6F0-A46D-9D55-2CC20FDC64E6}"/>
              </a:ext>
            </a:extLst>
          </p:cNvPr>
          <p:cNvSpPr txBox="1"/>
          <p:nvPr/>
        </p:nvSpPr>
        <p:spPr>
          <a:xfrm>
            <a:off x="1841500" y="4470400"/>
            <a:ext cx="8509000" cy="3693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가 </a:t>
            </a:r>
            <a:r>
              <a:rPr lang="en-US" altLang="ko-KR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개 이상이어도 각각의 선택 상태를 독립적으로 유지해야 합니다</a:t>
            </a:r>
            <a:r>
              <a:rPr lang="en-US" altLang="ko-KR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800" b="1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55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387A97E-7905-1882-3AC8-D572A5A68028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34E9A-7082-7AF8-82E9-ACA9AC0AF533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04. CANVAS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E072BB-2B8D-BF50-7FA1-DD75A0C98A82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Canvas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에 모듈 배치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C4F872-8057-4CE2-98FB-50E487B53386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AA66F-2806-5ACE-0A4F-761E0B15DDB8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EB4BBD-F32F-6463-6922-F95B8D7EBA7E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11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00B8FA9-C4B7-B0FC-D5EC-ED8D69046378}"/>
              </a:ext>
            </a:extLst>
          </p:cNvPr>
          <p:cNvSpPr/>
          <p:nvPr/>
        </p:nvSpPr>
        <p:spPr>
          <a:xfrm>
            <a:off x="698500" y="19050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07AA91-11D4-203A-4689-A2C3F751C785}"/>
              </a:ext>
            </a:extLst>
          </p:cNvPr>
          <p:cNvSpPr txBox="1"/>
          <p:nvPr/>
        </p:nvSpPr>
        <p:spPr>
          <a:xfrm>
            <a:off x="1003300" y="18415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Workspace/Registry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Robot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을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Canvas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로 드래그합니다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1997E07-549E-E4ED-7E79-4AFA0E018176}"/>
              </a:ext>
            </a:extLst>
          </p:cNvPr>
          <p:cNvSpPr/>
          <p:nvPr/>
        </p:nvSpPr>
        <p:spPr>
          <a:xfrm>
            <a:off x="698500" y="26289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C0CBCA-58FC-4510-5563-F7ADAC189CC2}"/>
              </a:ext>
            </a:extLst>
          </p:cNvPr>
          <p:cNvSpPr txBox="1"/>
          <p:nvPr/>
        </p:nvSpPr>
        <p:spPr>
          <a:xfrm>
            <a:off x="1003300" y="25654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를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Canvas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로 드래그하여 독립적으로 구성할 수 있습니다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C480413-272D-2E87-9E1D-03C7ADB43F27}"/>
              </a:ext>
            </a:extLst>
          </p:cNvPr>
          <p:cNvSpPr/>
          <p:nvPr/>
        </p:nvSpPr>
        <p:spPr>
          <a:xfrm>
            <a:off x="698500" y="33528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DB5BC3-1A2C-BF83-47D4-43BE92D0735D}"/>
              </a:ext>
            </a:extLst>
          </p:cNvPr>
          <p:cNvSpPr txBox="1"/>
          <p:nvPr/>
        </p:nvSpPr>
        <p:spPr>
          <a:xfrm>
            <a:off x="1003300" y="32893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Software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는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Canvas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바닥이 아니라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Robot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또는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위에 놓습니다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BB4E108-76F2-5E4E-7A41-30F47AC1B19B}"/>
              </a:ext>
            </a:extLst>
          </p:cNvPr>
          <p:cNvSpPr/>
          <p:nvPr/>
        </p:nvSpPr>
        <p:spPr>
          <a:xfrm>
            <a:off x="698500" y="40767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23FEA3-AEBE-9F48-AB22-FAA3F1586468}"/>
              </a:ext>
            </a:extLst>
          </p:cNvPr>
          <p:cNvSpPr txBox="1"/>
          <p:nvPr/>
        </p:nvSpPr>
        <p:spPr>
          <a:xfrm>
            <a:off x="1003300" y="40132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도형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: Robot=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육각형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, Controller=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사각형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, Software=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원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DE538B8-DB7B-0F19-BE12-6F767A894AB5}"/>
              </a:ext>
            </a:extLst>
          </p:cNvPr>
          <p:cNvSpPr/>
          <p:nvPr/>
        </p:nvSpPr>
        <p:spPr>
          <a:xfrm>
            <a:off x="698500" y="48006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395335-9B23-1AC1-B072-52F4C1B83862}"/>
              </a:ext>
            </a:extLst>
          </p:cNvPr>
          <p:cNvSpPr txBox="1"/>
          <p:nvPr/>
        </p:nvSpPr>
        <p:spPr>
          <a:xfrm>
            <a:off x="1003300" y="47371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모듈을 이동한 후 저장 상태가 서버에 동기화되는지 확인합니다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9669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86DFC9D-8846-EE9B-53F7-67B3CD69D2AB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3BE92-83B9-42DB-638A-D5AAC897EB3E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04. CANVAS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44F5A-1861-BF73-4CAD-27AB5DCA0702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에 </a:t>
            </a:r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Software 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연결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0A5D3E-B983-CB26-900A-C06AEEB58218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099BC-1D94-D159-F9E7-3DEAD221E45E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93EE4F-9E55-E6CB-46FF-EE88109413A0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12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CD93203-DAD5-BF8C-4203-9FAA0FADA8A8}"/>
              </a:ext>
            </a:extLst>
          </p:cNvPr>
          <p:cNvSpPr/>
          <p:nvPr/>
        </p:nvSpPr>
        <p:spPr>
          <a:xfrm>
            <a:off x="698500" y="19050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B79FD59-B132-147F-637F-153BD60FB9CA}"/>
              </a:ext>
            </a:extLst>
          </p:cNvPr>
          <p:cNvSpPr/>
          <p:nvPr/>
        </p:nvSpPr>
        <p:spPr>
          <a:xfrm>
            <a:off x="876300" y="20828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272D3F-0DF2-AB9E-2229-243ABD8F11A4}"/>
              </a:ext>
            </a:extLst>
          </p:cNvPr>
          <p:cNvSpPr txBox="1"/>
          <p:nvPr/>
        </p:nvSpPr>
        <p:spPr>
          <a:xfrm>
            <a:off x="876300" y="21209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209463-CDFC-59D1-4386-853B8D1788F9}"/>
              </a:ext>
            </a:extLst>
          </p:cNvPr>
          <p:cNvSpPr txBox="1"/>
          <p:nvPr/>
        </p:nvSpPr>
        <p:spPr>
          <a:xfrm>
            <a:off x="1384300" y="20574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Software </a:t>
            </a:r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선택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32B37-C50D-8C4B-FE73-6CA85955EA8D}"/>
              </a:ext>
            </a:extLst>
          </p:cNvPr>
          <p:cNvSpPr txBox="1"/>
          <p:nvPr/>
        </p:nvSpPr>
        <p:spPr>
          <a:xfrm>
            <a:off x="927100" y="2540000"/>
            <a:ext cx="2908300" cy="276999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Registry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Software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를 드래그합니다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B143A7F-248B-E81E-3A76-4E8982C6BE08}"/>
              </a:ext>
            </a:extLst>
          </p:cNvPr>
          <p:cNvSpPr/>
          <p:nvPr/>
        </p:nvSpPr>
        <p:spPr>
          <a:xfrm>
            <a:off x="4406900" y="19050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1A46C82-EA76-B99C-2B10-F2A04BEC6B65}"/>
              </a:ext>
            </a:extLst>
          </p:cNvPr>
          <p:cNvSpPr/>
          <p:nvPr/>
        </p:nvSpPr>
        <p:spPr>
          <a:xfrm>
            <a:off x="4584700" y="20828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235E01-B669-341A-4634-38BF7DE742C6}"/>
              </a:ext>
            </a:extLst>
          </p:cNvPr>
          <p:cNvSpPr txBox="1"/>
          <p:nvPr/>
        </p:nvSpPr>
        <p:spPr>
          <a:xfrm>
            <a:off x="4584700" y="21209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2FDA16-C922-A64F-2BDB-463E282B0FD6}"/>
              </a:ext>
            </a:extLst>
          </p:cNvPr>
          <p:cNvSpPr txBox="1"/>
          <p:nvPr/>
        </p:nvSpPr>
        <p:spPr>
          <a:xfrm>
            <a:off x="5092700" y="20574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에 드롭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722930-B1B0-818E-6559-498248D0BFE4}"/>
              </a:ext>
            </a:extLst>
          </p:cNvPr>
          <p:cNvSpPr txBox="1"/>
          <p:nvPr/>
        </p:nvSpPr>
        <p:spPr>
          <a:xfrm>
            <a:off x="4635500" y="2540000"/>
            <a:ext cx="2908300" cy="276999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사각형 중앙에 놓습니다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F83612B-C732-E9C0-AFC5-0B75DE28AB53}"/>
              </a:ext>
            </a:extLst>
          </p:cNvPr>
          <p:cNvSpPr/>
          <p:nvPr/>
        </p:nvSpPr>
        <p:spPr>
          <a:xfrm>
            <a:off x="8115300" y="19050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888B189-A80E-03B5-F460-8AB4C87359FB}"/>
              </a:ext>
            </a:extLst>
          </p:cNvPr>
          <p:cNvSpPr/>
          <p:nvPr/>
        </p:nvSpPr>
        <p:spPr>
          <a:xfrm>
            <a:off x="8293100" y="20828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7A7C75-69A0-BAD1-D3F2-F73F4C17FCEF}"/>
              </a:ext>
            </a:extLst>
          </p:cNvPr>
          <p:cNvSpPr txBox="1"/>
          <p:nvPr/>
        </p:nvSpPr>
        <p:spPr>
          <a:xfrm>
            <a:off x="8293100" y="21209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7BA58A-927C-EF2C-A967-0BFF83DFF38D}"/>
              </a:ext>
            </a:extLst>
          </p:cNvPr>
          <p:cNvSpPr txBox="1"/>
          <p:nvPr/>
        </p:nvSpPr>
        <p:spPr>
          <a:xfrm>
            <a:off x="8801100" y="20574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선택 확인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A718D4-EA6F-E131-D019-43226838651B}"/>
              </a:ext>
            </a:extLst>
          </p:cNvPr>
          <p:cNvSpPr txBox="1"/>
          <p:nvPr/>
        </p:nvSpPr>
        <p:spPr>
          <a:xfrm>
            <a:off x="8343900" y="2540000"/>
            <a:ext cx="2908300" cy="4616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연결 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Wizard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에서 필요한 정보를 선택하고 완료합니다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71AE1FC-5FD2-5A85-8725-56DA8137A5CC}"/>
              </a:ext>
            </a:extLst>
          </p:cNvPr>
          <p:cNvSpPr/>
          <p:nvPr/>
        </p:nvSpPr>
        <p:spPr>
          <a:xfrm>
            <a:off x="2667000" y="4064000"/>
            <a:ext cx="6858000" cy="1333500"/>
          </a:xfrm>
          <a:prstGeom prst="roundRect">
            <a:avLst/>
          </a:prstGeom>
          <a:solidFill>
            <a:srgbClr val="ECF7ED"/>
          </a:solidFill>
          <a:ln w="15875">
            <a:solidFill>
              <a:srgbClr val="4D94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B01782-E890-95D9-1185-AF3D0E1AC167}"/>
              </a:ext>
            </a:extLst>
          </p:cNvPr>
          <p:cNvSpPr txBox="1"/>
          <p:nvPr/>
        </p:nvSpPr>
        <p:spPr>
          <a:xfrm>
            <a:off x="4445000" y="4279900"/>
            <a:ext cx="3302000" cy="87716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700" b="1">
                <a:solidFill>
                  <a:srgbClr val="162735"/>
                </a:solidFill>
                <a:latin typeface="맑은 고딕" panose="020B0503020000020004" pitchFamily="50" charset="-127"/>
              </a:rPr>
              <a:t>Controller A
 ├ Software 1
 └ Software 2</a:t>
            </a:r>
            <a:endParaRPr lang="ko-KR" altLang="en-US" sz="1700" b="1">
              <a:solidFill>
                <a:srgbClr val="162735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6968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BDAC6A3-1E43-B4C3-8448-8DC2AD6FA77B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35A5F-7B59-450B-B423-C2AD4398DFDD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04. CANVAS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7633A5-F62B-C3FE-9747-9BEC867B8BCC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Software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가 포함된 </a:t>
            </a:r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를 </a:t>
            </a:r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Robot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에 연결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0E917ED-5B7A-999B-B5FA-73A7F4856360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28192C-071D-7C70-1106-5475899E61AD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DDCB26-6563-0C0B-7C84-CC35B621D34B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13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319D5E7-E372-E04A-1D6B-56CDB3381A65}"/>
              </a:ext>
            </a:extLst>
          </p:cNvPr>
          <p:cNvSpPr/>
          <p:nvPr/>
        </p:nvSpPr>
        <p:spPr>
          <a:xfrm>
            <a:off x="825500" y="2032000"/>
            <a:ext cx="4445000" cy="2921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46A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AD090-9EC8-8A54-EA07-6350DC8FCA88}"/>
              </a:ext>
            </a:extLst>
          </p:cNvPr>
          <p:cNvSpPr txBox="1"/>
          <p:nvPr/>
        </p:nvSpPr>
        <p:spPr>
          <a:xfrm>
            <a:off x="1524000" y="2413000"/>
            <a:ext cx="3175000" cy="1477328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ko-KR" altLang="en-US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이동 전
</a:t>
            </a:r>
            <a:r>
              <a:rPr lang="en-US" altLang="ko-KR" sz="1800" b="1">
                <a:solidFill>
                  <a:srgbClr val="292929"/>
                </a:solidFill>
                <a:latin typeface="맑은 고딕" panose="020B0503020000020004" pitchFamily="50" charset="-127"/>
              </a:rPr>
              <a:t>Controller A
├ Software 1
└ Software 2</a:t>
            </a:r>
            <a:endParaRPr lang="ko-KR" altLang="en-US" sz="1800" b="1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4A0CF-ABE9-21CB-8290-1CABE40C9619}"/>
              </a:ext>
            </a:extLst>
          </p:cNvPr>
          <p:cNvSpPr txBox="1"/>
          <p:nvPr/>
        </p:nvSpPr>
        <p:spPr>
          <a:xfrm>
            <a:off x="5715000" y="3111500"/>
            <a:ext cx="762000" cy="61555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ko-KR" altLang="en-US" sz="3400" b="1">
                <a:solidFill>
                  <a:srgbClr val="246AD3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11927A5-B47A-82FC-E660-0668E0747400}"/>
              </a:ext>
            </a:extLst>
          </p:cNvPr>
          <p:cNvSpPr/>
          <p:nvPr/>
        </p:nvSpPr>
        <p:spPr>
          <a:xfrm>
            <a:off x="6921500" y="2032000"/>
            <a:ext cx="4445000" cy="2921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D94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AA8998-1C12-328C-9452-509DEFE1DC22}"/>
              </a:ext>
            </a:extLst>
          </p:cNvPr>
          <p:cNvSpPr txBox="1"/>
          <p:nvPr/>
        </p:nvSpPr>
        <p:spPr>
          <a:xfrm>
            <a:off x="7620000" y="2349500"/>
            <a:ext cx="3175000" cy="166199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ko-KR" altLang="en-US" sz="1700" b="1">
                <a:solidFill>
                  <a:srgbClr val="292929"/>
                </a:solidFill>
                <a:latin typeface="맑은 고딕" panose="020B0503020000020004" pitchFamily="50" charset="-127"/>
              </a:rPr>
              <a:t>이동 후
</a:t>
            </a:r>
            <a:r>
              <a:rPr lang="en-US" altLang="ko-KR" sz="1700" b="1">
                <a:solidFill>
                  <a:srgbClr val="292929"/>
                </a:solidFill>
                <a:latin typeface="맑은 고딕" panose="020B0503020000020004" pitchFamily="50" charset="-127"/>
              </a:rPr>
              <a:t>Robot
└ Controller A
   ├ Software 1
   └ Software 2</a:t>
            </a:r>
            <a:endParaRPr lang="ko-KR" altLang="en-US" sz="1700" b="1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C16134-BBAA-7D72-B8F1-0AEEB228F81A}"/>
              </a:ext>
            </a:extLst>
          </p:cNvPr>
          <p:cNvSpPr txBox="1"/>
          <p:nvPr/>
        </p:nvSpPr>
        <p:spPr>
          <a:xfrm>
            <a:off x="1524000" y="5397500"/>
            <a:ext cx="91440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를 </a:t>
            </a:r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Robot </a:t>
            </a:r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중앙으로 이동하고 “</a:t>
            </a:r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Linked to [Robot]” </a:t>
            </a:r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표시를 확인합니다</a:t>
            </a:r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 b="1">
              <a:solidFill>
                <a:srgbClr val="162735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6988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128D51-366E-EABB-B9E9-37B63480BD6B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8786D6-B57D-FB0D-8498-05B8389C7304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04. CANVAS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71309-B426-D9EC-5866-9F4E74067BB7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다중 </a:t>
            </a:r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구성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F47529-7CFF-F868-DCC0-75B6EAA1A88D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91693-8B75-94D0-2E5F-B7E93EF03A44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D8054C-9BC6-3338-EF83-4D71C98AF2C3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14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58D6631-456F-3239-5077-1D09DCBE7104}"/>
              </a:ext>
            </a:extLst>
          </p:cNvPr>
          <p:cNvSpPr/>
          <p:nvPr/>
        </p:nvSpPr>
        <p:spPr>
          <a:xfrm>
            <a:off x="1143000" y="1968500"/>
            <a:ext cx="9906000" cy="342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1F551-8A07-6A84-1BFA-C28ED7E66D11}"/>
              </a:ext>
            </a:extLst>
          </p:cNvPr>
          <p:cNvSpPr txBox="1"/>
          <p:nvPr/>
        </p:nvSpPr>
        <p:spPr>
          <a:xfrm>
            <a:off x="1587500" y="3302000"/>
            <a:ext cx="1524000" cy="43088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2200" b="1">
                <a:solidFill>
                  <a:srgbClr val="162735"/>
                </a:solidFill>
                <a:latin typeface="맑은 고딕" panose="020B0503020000020004" pitchFamily="50" charset="-127"/>
              </a:rPr>
              <a:t>ROBOT</a:t>
            </a:r>
            <a:endParaRPr lang="ko-KR" altLang="en-US" sz="2200" b="1">
              <a:solidFill>
                <a:srgbClr val="16273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7B182-9BF2-5E6B-4DFE-DB229CC9577E}"/>
              </a:ext>
            </a:extLst>
          </p:cNvPr>
          <p:cNvSpPr txBox="1"/>
          <p:nvPr/>
        </p:nvSpPr>
        <p:spPr>
          <a:xfrm>
            <a:off x="4318000" y="2413000"/>
            <a:ext cx="2286000" cy="87716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it-IT" altLang="ko-KR" sz="1700" b="1">
                <a:solidFill>
                  <a:srgbClr val="246AD3"/>
                </a:solidFill>
                <a:latin typeface="맑은 고딕" panose="020B0503020000020004" pitchFamily="50" charset="-127"/>
              </a:rPr>
              <a:t>Controller A
├ SW 1
└ SW 2</a:t>
            </a:r>
            <a:endParaRPr lang="ko-KR" altLang="en-US" sz="1700" b="1">
              <a:solidFill>
                <a:srgbClr val="246AD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64E3BA-5BAC-D7DF-5655-E706B09D9ADF}"/>
              </a:ext>
            </a:extLst>
          </p:cNvPr>
          <p:cNvSpPr txBox="1"/>
          <p:nvPr/>
        </p:nvSpPr>
        <p:spPr>
          <a:xfrm>
            <a:off x="8255000" y="2667000"/>
            <a:ext cx="2032000" cy="61555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700" b="1">
                <a:solidFill>
                  <a:srgbClr val="4D9459"/>
                </a:solidFill>
                <a:latin typeface="맑은 고딕" panose="020B0503020000020004" pitchFamily="50" charset="-127"/>
              </a:rPr>
              <a:t>Controller B
└ SW 3</a:t>
            </a:r>
            <a:endParaRPr lang="ko-KR" altLang="en-US" sz="1700" b="1">
              <a:solidFill>
                <a:srgbClr val="4D945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168F470-0B14-CC08-ED37-64A28917641C}"/>
              </a:ext>
            </a:extLst>
          </p:cNvPr>
          <p:cNvCxnSpPr/>
          <p:nvPr/>
        </p:nvCxnSpPr>
        <p:spPr>
          <a:xfrm flipV="1">
            <a:off x="3111500" y="3048000"/>
            <a:ext cx="1143000" cy="444500"/>
          </a:xfrm>
          <a:prstGeom prst="line">
            <a:avLst/>
          </a:prstGeom>
          <a:ln>
            <a:solidFill>
              <a:srgbClr val="246A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A77C56E-0E25-8E17-1C91-F33E958E9142}"/>
              </a:ext>
            </a:extLst>
          </p:cNvPr>
          <p:cNvCxnSpPr/>
          <p:nvPr/>
        </p:nvCxnSpPr>
        <p:spPr>
          <a:xfrm flipV="1">
            <a:off x="3111500" y="3175000"/>
            <a:ext cx="5080000" cy="444500"/>
          </a:xfrm>
          <a:prstGeom prst="line">
            <a:avLst/>
          </a:prstGeom>
          <a:ln>
            <a:solidFill>
              <a:srgbClr val="4D945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5865FCE-2A08-6A4D-C955-3E3A4A9C86FD}"/>
              </a:ext>
            </a:extLst>
          </p:cNvPr>
          <p:cNvSpPr txBox="1"/>
          <p:nvPr/>
        </p:nvSpPr>
        <p:spPr>
          <a:xfrm>
            <a:off x="1905000" y="5715000"/>
            <a:ext cx="83820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292929"/>
                </a:solidFill>
                <a:latin typeface="맑은 고딕" panose="020B0503020000020004" pitchFamily="50" charset="-127"/>
              </a:rPr>
              <a:t>각 </a:t>
            </a:r>
            <a:r>
              <a:rPr lang="en-US" altLang="ko-KR" sz="1600" b="1">
                <a:solidFill>
                  <a:srgbClr val="292929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600" b="1">
                <a:solidFill>
                  <a:srgbClr val="292929"/>
                </a:solidFill>
                <a:latin typeface="맑은 고딕" panose="020B0503020000020004" pitchFamily="50" charset="-127"/>
              </a:rPr>
              <a:t>는 자신의 </a:t>
            </a:r>
            <a:r>
              <a:rPr lang="en-US" altLang="ko-KR" sz="1600" b="1">
                <a:solidFill>
                  <a:srgbClr val="292929"/>
                </a:solidFill>
                <a:latin typeface="맑은 고딕" panose="020B0503020000020004" pitchFamily="50" charset="-127"/>
              </a:rPr>
              <a:t>Software </a:t>
            </a:r>
            <a:r>
              <a:rPr lang="ko-KR" altLang="en-US" sz="1600" b="1">
                <a:solidFill>
                  <a:srgbClr val="292929"/>
                </a:solidFill>
                <a:latin typeface="맑은 고딕" panose="020B0503020000020004" pitchFamily="50" charset="-127"/>
              </a:rPr>
              <a:t>및 선택 정보를 독립적으로 유지합니다</a:t>
            </a:r>
            <a:r>
              <a:rPr lang="en-US" altLang="ko-KR" sz="1600" b="1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 b="1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1278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70D4DD1-B8BC-A0BE-26BB-E61DC675CE07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17FE9B-B35E-E269-DE9F-BEEF85B0BC25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05. SAVE &amp; LOAD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BE48E4-484A-3259-C09C-96861CDDB388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저장과 다시 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93BA65-0ABE-6E99-D7BB-8CA08DAEAFEE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738BB-856B-5694-D266-B57E29007BA6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0F14C-5AEE-7042-0A36-C6CCD677B983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15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DC483A8-2AC1-234A-4050-58EC863056CD}"/>
              </a:ext>
            </a:extLst>
          </p:cNvPr>
          <p:cNvSpPr/>
          <p:nvPr/>
        </p:nvSpPr>
        <p:spPr>
          <a:xfrm>
            <a:off x="698500" y="19050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CE0D0-5206-139D-EA32-34642D59CE02}"/>
              </a:ext>
            </a:extLst>
          </p:cNvPr>
          <p:cNvSpPr txBox="1"/>
          <p:nvPr/>
        </p:nvSpPr>
        <p:spPr>
          <a:xfrm>
            <a:off x="1003300" y="18415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Save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또는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Save As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로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Configuration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을 저장합니다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9FFB795-F180-3292-82B7-F3A907C4E2DA}"/>
              </a:ext>
            </a:extLst>
          </p:cNvPr>
          <p:cNvSpPr/>
          <p:nvPr/>
        </p:nvSpPr>
        <p:spPr>
          <a:xfrm>
            <a:off x="698500" y="26289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7B7D0A-A42D-6626-D027-70493491836C}"/>
              </a:ext>
            </a:extLst>
          </p:cNvPr>
          <p:cNvSpPr txBox="1"/>
          <p:nvPr/>
        </p:nvSpPr>
        <p:spPr>
          <a:xfrm>
            <a:off x="1003300" y="25654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에는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parentRobotRef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가 저장되어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Robot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연결 관계가 유지됩니다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9D55926-D909-3CED-D6DF-4EA621187329}"/>
              </a:ext>
            </a:extLst>
          </p:cNvPr>
          <p:cNvSpPr/>
          <p:nvPr/>
        </p:nvSpPr>
        <p:spPr>
          <a:xfrm>
            <a:off x="698500" y="33528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A4CDC-31F3-922F-380E-88FA0A6F8086}"/>
              </a:ext>
            </a:extLst>
          </p:cNvPr>
          <p:cNvSpPr txBox="1"/>
          <p:nvPr/>
        </p:nvSpPr>
        <p:spPr>
          <a:xfrm>
            <a:off x="1003300" y="32893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Open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으로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Configuration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을 다시 불러온 뒤 모듈 개수와 연결 표시를 확인합니다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11BF5A1-3F9F-1AD7-28AC-1BC095338B01}"/>
              </a:ext>
            </a:extLst>
          </p:cNvPr>
          <p:cNvSpPr/>
          <p:nvPr/>
        </p:nvSpPr>
        <p:spPr>
          <a:xfrm>
            <a:off x="698500" y="40767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89FA8E-833C-181B-9919-64789240ABD9}"/>
              </a:ext>
            </a:extLst>
          </p:cNvPr>
          <p:cNvSpPr txBox="1"/>
          <p:nvPr/>
        </p:nvSpPr>
        <p:spPr>
          <a:xfrm>
            <a:off x="1003300" y="40132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New Configuration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은 현재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Canvas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를 초기화하므로 저장 여부를 먼저 확인합니다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DBFF486-341E-E3AF-19CB-E6927E63B630}"/>
              </a:ext>
            </a:extLst>
          </p:cNvPr>
          <p:cNvSpPr/>
          <p:nvPr/>
        </p:nvSpPr>
        <p:spPr>
          <a:xfrm>
            <a:off x="698500" y="48006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2A310D-6955-F4DF-3E44-2A23FB7C3F1D}"/>
              </a:ext>
            </a:extLst>
          </p:cNvPr>
          <p:cNvSpPr txBox="1"/>
          <p:nvPr/>
        </p:nvSpPr>
        <p:spPr>
          <a:xfrm>
            <a:off x="1003300" y="4737100"/>
            <a:ext cx="104902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서버 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Java </a:t>
            </a:r>
            <a:r>
              <a:rPr lang="ko-KR" altLang="en-US" sz="1600">
                <a:solidFill>
                  <a:srgbClr val="292929"/>
                </a:solidFill>
                <a:latin typeface="맑은 고딕" panose="020B0503020000020004" pitchFamily="50" charset="-127"/>
              </a:rPr>
              <a:t>모델 변경 후에는 서버를 재시작해야 합니다</a:t>
            </a:r>
            <a:r>
              <a:rPr lang="en-US" altLang="ko-KR" sz="16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9947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4DA33C3-627D-CC12-6510-9C49A36D30D8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097D5A-C509-DC6F-8402-074E10CDA559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06. RUN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42C02-6AFC-7B6D-63D9-D8EF83ED828B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HW Mapping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과 </a:t>
            </a:r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Simulation Mapping</a:t>
            </a:r>
            <a:endParaRPr lang="ko-KR" altLang="en-US" sz="2500" b="1">
              <a:solidFill>
                <a:srgbClr val="16273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4184C5-B683-A50E-0173-E0FA015F4219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53F73-9A70-B50A-5231-DC79C4ECE018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28A571-1A49-5A08-CF1F-5DF574AF2F2D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16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67DD694-49C3-BF1A-303B-BBD1D889D9AF}"/>
              </a:ext>
            </a:extLst>
          </p:cNvPr>
          <p:cNvSpPr/>
          <p:nvPr/>
        </p:nvSpPr>
        <p:spPr>
          <a:xfrm>
            <a:off x="698500" y="1968500"/>
            <a:ext cx="5080000" cy="330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46A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6207FB-9755-D076-6A71-69926C881223}"/>
              </a:ext>
            </a:extLst>
          </p:cNvPr>
          <p:cNvSpPr txBox="1"/>
          <p:nvPr/>
        </p:nvSpPr>
        <p:spPr>
          <a:xfrm>
            <a:off x="1143000" y="2349500"/>
            <a:ext cx="4191000" cy="4001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246AD3"/>
                </a:solidFill>
                <a:latin typeface="맑은 고딕" panose="020B0503020000020004" pitchFamily="50" charset="-127"/>
              </a:rPr>
              <a:t>실제 </a:t>
            </a:r>
            <a:r>
              <a:rPr lang="en-US" altLang="ko-KR" sz="2000" b="1">
                <a:solidFill>
                  <a:srgbClr val="246AD3"/>
                </a:solidFill>
                <a:latin typeface="맑은 고딕" panose="020B0503020000020004" pitchFamily="50" charset="-127"/>
              </a:rPr>
              <a:t>HW </a:t>
            </a:r>
            <a:r>
              <a:rPr lang="ko-KR" altLang="en-US" sz="2000" b="1">
                <a:solidFill>
                  <a:srgbClr val="246AD3"/>
                </a:solidFill>
                <a:latin typeface="맑은 고딕" panose="020B0503020000020004" pitchFamily="50" charset="-127"/>
              </a:rPr>
              <a:t>실행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153456C-0E19-9FD4-B2F3-CA6EA76BB402}"/>
              </a:ext>
            </a:extLst>
          </p:cNvPr>
          <p:cNvSpPr/>
          <p:nvPr/>
        </p:nvSpPr>
        <p:spPr>
          <a:xfrm>
            <a:off x="1079500" y="31750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ED147E-B8A3-7E95-ED3C-FA870E2A935A}"/>
              </a:ext>
            </a:extLst>
          </p:cNvPr>
          <p:cNvSpPr txBox="1"/>
          <p:nvPr/>
        </p:nvSpPr>
        <p:spPr>
          <a:xfrm>
            <a:off x="1384300" y="3111500"/>
            <a:ext cx="3949700" cy="30777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400">
                <a:solidFill>
                  <a:srgbClr val="292929"/>
                </a:solidFill>
                <a:latin typeface="맑은 고딕" panose="020B0503020000020004" pitchFamily="50" charset="-127"/>
              </a:rPr>
              <a:t>Mapping with HW </a:t>
            </a:r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열기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F832FF9-68CC-94F7-E5A5-5BFCC700F88A}"/>
              </a:ext>
            </a:extLst>
          </p:cNvPr>
          <p:cNvSpPr/>
          <p:nvPr/>
        </p:nvSpPr>
        <p:spPr>
          <a:xfrm>
            <a:off x="1079500" y="38735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114089-CB2C-8F31-B6D8-2B837105F9AC}"/>
              </a:ext>
            </a:extLst>
          </p:cNvPr>
          <p:cNvSpPr txBox="1"/>
          <p:nvPr/>
        </p:nvSpPr>
        <p:spPr>
          <a:xfrm>
            <a:off x="1384300" y="3810000"/>
            <a:ext cx="3949700" cy="30777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400">
                <a:solidFill>
                  <a:srgbClr val="292929"/>
                </a:solidFill>
                <a:latin typeface="맑은 고딕" panose="020B0503020000020004" pitchFamily="50" charset="-127"/>
              </a:rPr>
              <a:t>Robot</a:t>
            </a:r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의 </a:t>
            </a:r>
            <a:r>
              <a:rPr lang="en-US" altLang="ko-KR" sz="1400">
                <a:solidFill>
                  <a:srgbClr val="292929"/>
                </a:solidFill>
                <a:latin typeface="맑은 고딕" panose="020B0503020000020004" pitchFamily="50" charset="-127"/>
              </a:rPr>
              <a:t>Docker Agent target(IP) </a:t>
            </a:r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선택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0B0788C-704E-290C-F6E2-A276D2DB6E48}"/>
              </a:ext>
            </a:extLst>
          </p:cNvPr>
          <p:cNvSpPr/>
          <p:nvPr/>
        </p:nvSpPr>
        <p:spPr>
          <a:xfrm>
            <a:off x="1079500" y="45720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467A1-0BCB-8AC2-497F-EBF418187880}"/>
              </a:ext>
            </a:extLst>
          </p:cNvPr>
          <p:cNvSpPr txBox="1"/>
          <p:nvPr/>
        </p:nvSpPr>
        <p:spPr>
          <a:xfrm>
            <a:off x="1384300" y="4508500"/>
            <a:ext cx="3949700" cy="30777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연결된 </a:t>
            </a:r>
            <a:r>
              <a:rPr lang="en-US" altLang="ko-KR" sz="1400">
                <a:solidFill>
                  <a:srgbClr val="292929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는 </a:t>
            </a:r>
            <a:r>
              <a:rPr lang="en-US" altLang="ko-KR" sz="1400">
                <a:solidFill>
                  <a:srgbClr val="292929"/>
                </a:solidFill>
                <a:latin typeface="맑은 고딕" panose="020B0503020000020004" pitchFamily="50" charset="-127"/>
              </a:rPr>
              <a:t>Robot target </a:t>
            </a:r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상속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6F14806-44AA-1043-277F-C9B401244777}"/>
              </a:ext>
            </a:extLst>
          </p:cNvPr>
          <p:cNvSpPr/>
          <p:nvPr/>
        </p:nvSpPr>
        <p:spPr>
          <a:xfrm>
            <a:off x="6413500" y="1968500"/>
            <a:ext cx="5080000" cy="330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D94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CEAA5-61E1-19E7-5247-D0118E64840B}"/>
              </a:ext>
            </a:extLst>
          </p:cNvPr>
          <p:cNvSpPr txBox="1"/>
          <p:nvPr/>
        </p:nvSpPr>
        <p:spPr>
          <a:xfrm>
            <a:off x="6858000" y="2349500"/>
            <a:ext cx="4191000" cy="4001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4D9459"/>
                </a:solidFill>
                <a:latin typeface="맑은 고딕" panose="020B0503020000020004" pitchFamily="50" charset="-127"/>
              </a:rPr>
              <a:t>Simulation </a:t>
            </a:r>
            <a:r>
              <a:rPr lang="ko-KR" altLang="en-US" sz="2000" b="1">
                <a:solidFill>
                  <a:srgbClr val="4D9459"/>
                </a:solidFill>
                <a:latin typeface="맑은 고딕" panose="020B0503020000020004" pitchFamily="50" charset="-127"/>
              </a:rPr>
              <a:t>실행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AF9C3EE-47F1-3818-ED3B-54F3383DEBCD}"/>
              </a:ext>
            </a:extLst>
          </p:cNvPr>
          <p:cNvSpPr/>
          <p:nvPr/>
        </p:nvSpPr>
        <p:spPr>
          <a:xfrm>
            <a:off x="6794500" y="31750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D45049-1E80-E46A-BD88-CF862C884FD6}"/>
              </a:ext>
            </a:extLst>
          </p:cNvPr>
          <p:cNvSpPr txBox="1"/>
          <p:nvPr/>
        </p:nvSpPr>
        <p:spPr>
          <a:xfrm>
            <a:off x="7099300" y="3111500"/>
            <a:ext cx="3949700" cy="30777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400">
                <a:solidFill>
                  <a:srgbClr val="292929"/>
                </a:solidFill>
                <a:latin typeface="맑은 고딕" panose="020B0503020000020004" pitchFamily="50" charset="-127"/>
              </a:rPr>
              <a:t>Mapping with Simulation </a:t>
            </a:r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열기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B05E40C-DA04-E004-B5B3-FD6FF95AB6A3}"/>
              </a:ext>
            </a:extLst>
          </p:cNvPr>
          <p:cNvSpPr/>
          <p:nvPr/>
        </p:nvSpPr>
        <p:spPr>
          <a:xfrm>
            <a:off x="6794500" y="38735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637FD0-5299-B45C-282E-8DD347CAA5B1}"/>
              </a:ext>
            </a:extLst>
          </p:cNvPr>
          <p:cNvSpPr txBox="1"/>
          <p:nvPr/>
        </p:nvSpPr>
        <p:spPr>
          <a:xfrm>
            <a:off x="7099300" y="3810000"/>
            <a:ext cx="3949700" cy="30777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400">
                <a:solidFill>
                  <a:srgbClr val="292929"/>
                </a:solidFill>
                <a:latin typeface="맑은 고딕" panose="020B0503020000020004" pitchFamily="50" charset="-127"/>
              </a:rPr>
              <a:t>Simulation HW </a:t>
            </a:r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선택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0A513C8-AA79-C519-0806-4BF1949319A7}"/>
              </a:ext>
            </a:extLst>
          </p:cNvPr>
          <p:cNvSpPr/>
          <p:nvPr/>
        </p:nvSpPr>
        <p:spPr>
          <a:xfrm>
            <a:off x="6794500" y="45720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A31960-F5CB-5939-F9A5-FD789B817582}"/>
              </a:ext>
            </a:extLst>
          </p:cNvPr>
          <p:cNvSpPr txBox="1"/>
          <p:nvPr/>
        </p:nvSpPr>
        <p:spPr>
          <a:xfrm>
            <a:off x="7099300" y="4508500"/>
            <a:ext cx="3949700" cy="307777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400">
                <a:solidFill>
                  <a:srgbClr val="292929"/>
                </a:solidFill>
                <a:latin typeface="맑은 고딕" panose="020B0503020000020004" pitchFamily="50" charset="-127"/>
              </a:rPr>
              <a:t>Robot</a:t>
            </a:r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별 </a:t>
            </a:r>
            <a:r>
              <a:rPr lang="en-US" altLang="ko-KR" sz="1400">
                <a:solidFill>
                  <a:srgbClr val="292929"/>
                </a:solidFill>
                <a:latin typeface="맑은 고딕" panose="020B0503020000020004" pitchFamily="50" charset="-127"/>
              </a:rPr>
              <a:t>namespace </a:t>
            </a:r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및 </a:t>
            </a:r>
            <a:r>
              <a:rPr lang="en-US" altLang="ko-KR" sz="1400">
                <a:solidFill>
                  <a:srgbClr val="292929"/>
                </a:solidFill>
                <a:latin typeface="맑은 고딕" panose="020B0503020000020004" pitchFamily="50" charset="-127"/>
              </a:rPr>
              <a:t>pose </a:t>
            </a:r>
            <a:r>
              <a:rPr lang="ko-KR" altLang="en-US" sz="1400">
                <a:solidFill>
                  <a:srgbClr val="292929"/>
                </a:solidFill>
                <a:latin typeface="맑은 고딕" panose="020B0503020000020004" pitchFamily="50" charset="-127"/>
              </a:rPr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62219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32005C5-9894-DB68-044A-CD60D9BECEF3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BC1C7-5A49-EAE4-A4D4-0184C0C6475B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06. RUN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596EA6-D5E9-FAD0-6A4B-401D0B9ABC2B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Validation</a:t>
            </a:r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과 </a:t>
            </a:r>
            <a:r>
              <a:rPr lang="en-US" altLang="ko-KR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Execute</a:t>
            </a:r>
            <a:endParaRPr lang="ko-KR" altLang="en-US" sz="2500" b="1">
              <a:solidFill>
                <a:srgbClr val="16273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DA45CC-2694-B5B3-D0CD-187C194EE1F0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C05794-6B6B-39C4-5451-0D8D743C82F8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F1D85-40E8-CC2F-B091-4F6E5A216F25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17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94890E6-1C84-C4C7-A89A-C86DB04F3BE4}"/>
              </a:ext>
            </a:extLst>
          </p:cNvPr>
          <p:cNvSpPr/>
          <p:nvPr/>
        </p:nvSpPr>
        <p:spPr>
          <a:xfrm>
            <a:off x="698500" y="19685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EAB0ED1-EDA0-A4A0-F925-79D0A5B0EC6C}"/>
              </a:ext>
            </a:extLst>
          </p:cNvPr>
          <p:cNvSpPr/>
          <p:nvPr/>
        </p:nvSpPr>
        <p:spPr>
          <a:xfrm>
            <a:off x="876300" y="21463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C71928-87CB-6FB2-D7D0-E41BDB076C8D}"/>
              </a:ext>
            </a:extLst>
          </p:cNvPr>
          <p:cNvSpPr txBox="1"/>
          <p:nvPr/>
        </p:nvSpPr>
        <p:spPr>
          <a:xfrm>
            <a:off x="876300" y="21844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50879F-3227-0AC8-1F00-6625971548CF}"/>
              </a:ext>
            </a:extLst>
          </p:cNvPr>
          <p:cNvSpPr txBox="1"/>
          <p:nvPr/>
        </p:nvSpPr>
        <p:spPr>
          <a:xfrm>
            <a:off x="1384300" y="21209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상태 저장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8C29B2-EC05-01CF-2203-2251704301A8}"/>
              </a:ext>
            </a:extLst>
          </p:cNvPr>
          <p:cNvSpPr txBox="1"/>
          <p:nvPr/>
        </p:nvSpPr>
        <p:spPr>
          <a:xfrm>
            <a:off x="927100" y="2603500"/>
            <a:ext cx="2908300" cy="4616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최신 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Canvas 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상태가 서버에 저장되었는지 확인합니다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3CA34EB-3E4A-B8FC-E5F7-F78318EB109F}"/>
              </a:ext>
            </a:extLst>
          </p:cNvPr>
          <p:cNvSpPr/>
          <p:nvPr/>
        </p:nvSpPr>
        <p:spPr>
          <a:xfrm>
            <a:off x="4406900" y="19685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747C426-0E45-6FB0-1182-2897BDA82D36}"/>
              </a:ext>
            </a:extLst>
          </p:cNvPr>
          <p:cNvSpPr/>
          <p:nvPr/>
        </p:nvSpPr>
        <p:spPr>
          <a:xfrm>
            <a:off x="4584700" y="21463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B2B09A-9D1F-8228-D6A7-532A65F9BF11}"/>
              </a:ext>
            </a:extLst>
          </p:cNvPr>
          <p:cNvSpPr txBox="1"/>
          <p:nvPr/>
        </p:nvSpPr>
        <p:spPr>
          <a:xfrm>
            <a:off x="4584700" y="21844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36A798-997B-ED15-9438-B968BA4817C2}"/>
              </a:ext>
            </a:extLst>
          </p:cNvPr>
          <p:cNvSpPr txBox="1"/>
          <p:nvPr/>
        </p:nvSpPr>
        <p:spPr>
          <a:xfrm>
            <a:off x="5092700" y="21209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Validation</a:t>
            </a:r>
            <a:endParaRPr lang="ko-KR" altLang="en-US" sz="1600" b="1">
              <a:solidFill>
                <a:srgbClr val="16273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C66EB4-A711-4CE4-CF04-45A47D3627BD}"/>
              </a:ext>
            </a:extLst>
          </p:cNvPr>
          <p:cNvSpPr txBox="1"/>
          <p:nvPr/>
        </p:nvSpPr>
        <p:spPr>
          <a:xfrm>
            <a:off x="4635500" y="2603500"/>
            <a:ext cx="2908300" cy="4616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Robot, Software, moduleID, target </a:t>
            </a:r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구성을 검사합니다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14F703B-DB33-B1D3-AFDA-13A844B6A9BC}"/>
              </a:ext>
            </a:extLst>
          </p:cNvPr>
          <p:cNvSpPr/>
          <p:nvPr/>
        </p:nvSpPr>
        <p:spPr>
          <a:xfrm>
            <a:off x="8115300" y="1968500"/>
            <a:ext cx="3365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C50B925-C0BB-6060-33CF-D8051E243495}"/>
              </a:ext>
            </a:extLst>
          </p:cNvPr>
          <p:cNvSpPr/>
          <p:nvPr/>
        </p:nvSpPr>
        <p:spPr>
          <a:xfrm>
            <a:off x="8293100" y="2146300"/>
            <a:ext cx="381000" cy="3810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2DA955-0A4E-FE24-E303-8F20F3FB05F3}"/>
              </a:ext>
            </a:extLst>
          </p:cNvPr>
          <p:cNvSpPr txBox="1"/>
          <p:nvPr/>
        </p:nvSpPr>
        <p:spPr>
          <a:xfrm>
            <a:off x="8293100" y="2184400"/>
            <a:ext cx="381000" cy="30480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8DBD98-7CE1-E90E-B35F-C1ABF6BC2C44}"/>
              </a:ext>
            </a:extLst>
          </p:cNvPr>
          <p:cNvSpPr txBox="1"/>
          <p:nvPr/>
        </p:nvSpPr>
        <p:spPr>
          <a:xfrm>
            <a:off x="8801100" y="2120900"/>
            <a:ext cx="25273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600" b="1">
                <a:solidFill>
                  <a:srgbClr val="162735"/>
                </a:solidFill>
                <a:latin typeface="맑은 고딕" panose="020B0503020000020004" pitchFamily="50" charset="-127"/>
              </a:rPr>
              <a:t>Execute</a:t>
            </a:r>
            <a:endParaRPr lang="ko-KR" altLang="en-US" sz="1600" b="1">
              <a:solidFill>
                <a:srgbClr val="16273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0472F4-9C8E-ED6D-4971-DDD5049F171A}"/>
              </a:ext>
            </a:extLst>
          </p:cNvPr>
          <p:cNvSpPr txBox="1"/>
          <p:nvPr/>
        </p:nvSpPr>
        <p:spPr>
          <a:xfrm>
            <a:off x="8343900" y="2603500"/>
            <a:ext cx="2908300" cy="4616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200">
                <a:solidFill>
                  <a:srgbClr val="292929"/>
                </a:solidFill>
                <a:latin typeface="맑은 고딕" panose="020B0503020000020004" pitchFamily="50" charset="-127"/>
              </a:rPr>
              <a:t>검증 통과 후 실제 실행 요청을 전송합니다</a:t>
            </a:r>
            <a:r>
              <a:rPr lang="en-US" altLang="ko-KR" sz="1200">
                <a:solidFill>
                  <a:srgbClr val="292929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CA79CFF-A34B-016E-4CDA-D9AA5C866292}"/>
              </a:ext>
            </a:extLst>
          </p:cNvPr>
          <p:cNvSpPr/>
          <p:nvPr/>
        </p:nvSpPr>
        <p:spPr>
          <a:xfrm>
            <a:off x="1270000" y="4191000"/>
            <a:ext cx="9652000" cy="1270000"/>
          </a:xfrm>
          <a:prstGeom prst="roundRect">
            <a:avLst/>
          </a:prstGeom>
          <a:solidFill>
            <a:srgbClr val="FFF1E8"/>
          </a:solidFill>
          <a:ln w="15875">
            <a:solidFill>
              <a:srgbClr val="246A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CAE1B5-F2B6-74BC-6915-2BB3F5AC1A29}"/>
              </a:ext>
            </a:extLst>
          </p:cNvPr>
          <p:cNvSpPr txBox="1"/>
          <p:nvPr/>
        </p:nvSpPr>
        <p:spPr>
          <a:xfrm>
            <a:off x="1778000" y="4597400"/>
            <a:ext cx="8636000" cy="3693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ko-KR" altLang="en-US" sz="1800" b="1">
                <a:solidFill>
                  <a:srgbClr val="162735"/>
                </a:solidFill>
                <a:latin typeface="맑은 고딕" panose="020B0503020000020004" pitchFamily="50" charset="-127"/>
              </a:rPr>
              <a:t>실행 대상 </a:t>
            </a:r>
            <a:r>
              <a:rPr lang="en-US" altLang="ko-KR" sz="1800" b="1">
                <a:solidFill>
                  <a:srgbClr val="162735"/>
                </a:solidFill>
                <a:latin typeface="맑은 고딕" panose="020B0503020000020004" pitchFamily="50" charset="-127"/>
              </a:rPr>
              <a:t>= Robot </a:t>
            </a:r>
            <a:r>
              <a:rPr lang="ko-KR" altLang="en-US" sz="1800" b="1">
                <a:solidFill>
                  <a:srgbClr val="162735"/>
                </a:solidFill>
                <a:latin typeface="맑은 고딕" panose="020B0503020000020004" pitchFamily="50" charset="-127"/>
              </a:rPr>
              <a:t>직속 </a:t>
            </a:r>
            <a:r>
              <a:rPr lang="en-US" altLang="ko-KR" sz="1800" b="1">
                <a:solidFill>
                  <a:srgbClr val="162735"/>
                </a:solidFill>
                <a:latin typeface="맑은 고딕" panose="020B0503020000020004" pitchFamily="50" charset="-127"/>
              </a:rPr>
              <a:t>Software + </a:t>
            </a:r>
            <a:r>
              <a:rPr lang="ko-KR" altLang="en-US" sz="1800" b="1">
                <a:solidFill>
                  <a:srgbClr val="162735"/>
                </a:solidFill>
                <a:latin typeface="맑은 고딕" panose="020B0503020000020004" pitchFamily="50" charset="-127"/>
              </a:rPr>
              <a:t>연결된 모든 </a:t>
            </a:r>
            <a:r>
              <a:rPr lang="en-US" altLang="ko-KR" sz="1800" b="1">
                <a:solidFill>
                  <a:srgbClr val="162735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800" b="1">
                <a:solidFill>
                  <a:srgbClr val="162735"/>
                </a:solidFill>
                <a:latin typeface="맑은 고딕" panose="020B0503020000020004" pitchFamily="50" charset="-127"/>
              </a:rPr>
              <a:t>의 </a:t>
            </a:r>
            <a:r>
              <a:rPr lang="en-US" altLang="ko-KR" sz="1800" b="1">
                <a:solidFill>
                  <a:srgbClr val="162735"/>
                </a:solidFill>
                <a:latin typeface="맑은 고딕" panose="020B0503020000020004" pitchFamily="50" charset="-127"/>
              </a:rPr>
              <a:t>Software</a:t>
            </a:r>
            <a:endParaRPr lang="ko-KR" altLang="en-US" sz="1800" b="1">
              <a:solidFill>
                <a:srgbClr val="162735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5043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3588C6-AEB6-C4F3-FF92-D671233A0CB2}"/>
              </a:ext>
            </a:extLst>
          </p:cNvPr>
          <p:cNvSpPr/>
          <p:nvPr/>
        </p:nvSpPr>
        <p:spPr>
          <a:xfrm>
            <a:off x="3365500" y="1841500"/>
            <a:ext cx="8128000" cy="508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2B04BE-499F-6ACD-2644-06C540DB443D}"/>
              </a:ext>
            </a:extLst>
          </p:cNvPr>
          <p:cNvSpPr/>
          <p:nvPr/>
        </p:nvSpPr>
        <p:spPr>
          <a:xfrm>
            <a:off x="698500" y="1841500"/>
            <a:ext cx="2667000" cy="508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C127F2-0D63-2AE0-16B7-566E0E9366BB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813D1-402C-913B-E92D-62A3E8B278B8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07. TROUBLESHOOTING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077D46-9274-CF6E-2F5A-346E75B50C84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자주 발생하는 문제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D0E0A9-877F-6353-FB69-2B395393CF80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59FD09-5DA1-9EED-7881-23578AF6205C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98086D-9C7F-7767-4ED7-CD03BEDAE2E1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18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7FC74-98BB-448C-8D27-E6033F2950D9}"/>
              </a:ext>
            </a:extLst>
          </p:cNvPr>
          <p:cNvSpPr txBox="1"/>
          <p:nvPr/>
        </p:nvSpPr>
        <p:spPr>
          <a:xfrm>
            <a:off x="698500" y="1905000"/>
            <a:ext cx="26670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증상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87E146-4994-45CA-5CEB-599AA1811AFA}"/>
              </a:ext>
            </a:extLst>
          </p:cNvPr>
          <p:cNvSpPr txBox="1"/>
          <p:nvPr/>
        </p:nvSpPr>
        <p:spPr>
          <a:xfrm>
            <a:off x="3365500" y="1905000"/>
            <a:ext cx="8128000" cy="3385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확인 사항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1912D2-0884-208D-1299-131600F84A69}"/>
              </a:ext>
            </a:extLst>
          </p:cNvPr>
          <p:cNvSpPr/>
          <p:nvPr/>
        </p:nvSpPr>
        <p:spPr>
          <a:xfrm>
            <a:off x="698500" y="2349500"/>
            <a:ext cx="2667000" cy="698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3236522-5A82-71BA-EFEB-BFB58E2D8AF4}"/>
              </a:ext>
            </a:extLst>
          </p:cNvPr>
          <p:cNvSpPr/>
          <p:nvPr/>
        </p:nvSpPr>
        <p:spPr>
          <a:xfrm>
            <a:off x="3365500" y="2349500"/>
            <a:ext cx="8128000" cy="698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90AB1F-5F47-E71E-306B-BB4FC0040174}"/>
              </a:ext>
            </a:extLst>
          </p:cNvPr>
          <p:cNvSpPr txBox="1"/>
          <p:nvPr/>
        </p:nvSpPr>
        <p:spPr>
          <a:xfrm>
            <a:off x="825500" y="2514600"/>
            <a:ext cx="2413000" cy="30008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300" b="1">
                <a:solidFill>
                  <a:srgbClr val="292929"/>
                </a:solidFill>
                <a:latin typeface="맑은 고딕" panose="020B0503020000020004" pitchFamily="50" charset="-127"/>
              </a:rPr>
              <a:t>Execute</a:t>
            </a:r>
            <a:r>
              <a:rPr lang="ko-KR" altLang="en-US" sz="1300" b="1">
                <a:solidFill>
                  <a:srgbClr val="292929"/>
                </a:solidFill>
                <a:latin typeface="맑은 고딕" panose="020B0503020000020004" pitchFamily="50" charset="-127"/>
              </a:rPr>
              <a:t>가 동작하지 않음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20A42C-D119-E497-990E-ED1AACC54EA7}"/>
              </a:ext>
            </a:extLst>
          </p:cNvPr>
          <p:cNvSpPr txBox="1"/>
          <p:nvPr/>
        </p:nvSpPr>
        <p:spPr>
          <a:xfrm>
            <a:off x="3556000" y="2514600"/>
            <a:ext cx="7747000" cy="30008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300">
                <a:solidFill>
                  <a:srgbClr val="292929"/>
                </a:solidFill>
                <a:latin typeface="맑은 고딕" panose="020B0503020000020004" pitchFamily="50" charset="-127"/>
              </a:rPr>
              <a:t>SW </a:t>
            </a:r>
            <a:r>
              <a:rPr lang="ko-KR" altLang="en-US" sz="1300">
                <a:solidFill>
                  <a:srgbClr val="292929"/>
                </a:solidFill>
                <a:latin typeface="맑은 고딕" panose="020B0503020000020004" pitchFamily="50" charset="-127"/>
              </a:rPr>
              <a:t>모듈 수</a:t>
            </a:r>
            <a:r>
              <a:rPr lang="en-US" altLang="ko-KR" sz="1300">
                <a:solidFill>
                  <a:srgbClr val="292929"/>
                </a:solidFill>
                <a:latin typeface="맑은 고딕" panose="020B0503020000020004" pitchFamily="50" charset="-127"/>
              </a:rPr>
              <a:t>, moduleID, HW target, </a:t>
            </a:r>
            <a:r>
              <a:rPr lang="ko-KR" altLang="en-US" sz="1300">
                <a:solidFill>
                  <a:srgbClr val="292929"/>
                </a:solidFill>
                <a:latin typeface="맑은 고딕" panose="020B0503020000020004" pitchFamily="50" charset="-127"/>
              </a:rPr>
              <a:t>서버 저장 상태 확인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DB033F-400B-7B84-50D6-457DAF647B67}"/>
              </a:ext>
            </a:extLst>
          </p:cNvPr>
          <p:cNvSpPr/>
          <p:nvPr/>
        </p:nvSpPr>
        <p:spPr>
          <a:xfrm>
            <a:off x="698500" y="3048000"/>
            <a:ext cx="2667000" cy="698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092170-7756-FFE9-8A97-755B4D81F974}"/>
              </a:ext>
            </a:extLst>
          </p:cNvPr>
          <p:cNvSpPr/>
          <p:nvPr/>
        </p:nvSpPr>
        <p:spPr>
          <a:xfrm>
            <a:off x="3365500" y="3048000"/>
            <a:ext cx="8128000" cy="698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67928F-0AE7-9E95-48A8-60D24CFF8734}"/>
              </a:ext>
            </a:extLst>
          </p:cNvPr>
          <p:cNvSpPr txBox="1"/>
          <p:nvPr/>
        </p:nvSpPr>
        <p:spPr>
          <a:xfrm>
            <a:off x="825500" y="3213100"/>
            <a:ext cx="2413000" cy="292388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300" b="1">
                <a:solidFill>
                  <a:srgbClr val="292929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300" b="1">
                <a:solidFill>
                  <a:srgbClr val="292929"/>
                </a:solidFill>
                <a:latin typeface="맑은 고딕" panose="020B0503020000020004" pitchFamily="50" charset="-127"/>
              </a:rPr>
              <a:t>가 </a:t>
            </a:r>
            <a:r>
              <a:rPr lang="en-US" altLang="ko-KR" sz="1300" b="1">
                <a:solidFill>
                  <a:srgbClr val="292929"/>
                </a:solidFill>
                <a:latin typeface="맑은 고딕" panose="020B0503020000020004" pitchFamily="50" charset="-127"/>
              </a:rPr>
              <a:t>Robot</a:t>
            </a:r>
            <a:r>
              <a:rPr lang="ko-KR" altLang="en-US" sz="1300" b="1">
                <a:solidFill>
                  <a:srgbClr val="292929"/>
                </a:solidFill>
                <a:latin typeface="맑은 고딕" panose="020B0503020000020004" pitchFamily="50" charset="-127"/>
              </a:rPr>
              <a:t>에 안 붙음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C7ABC4-C2AD-1A95-5399-A0885DC37B02}"/>
              </a:ext>
            </a:extLst>
          </p:cNvPr>
          <p:cNvSpPr txBox="1"/>
          <p:nvPr/>
        </p:nvSpPr>
        <p:spPr>
          <a:xfrm>
            <a:off x="3556000" y="3213100"/>
            <a:ext cx="7747000" cy="30008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300">
                <a:solidFill>
                  <a:srgbClr val="292929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1300">
                <a:solidFill>
                  <a:srgbClr val="292929"/>
                </a:solidFill>
                <a:latin typeface="맑은 고딕" panose="020B0503020000020004" pitchFamily="50" charset="-127"/>
              </a:rPr>
              <a:t>중심을 </a:t>
            </a:r>
            <a:r>
              <a:rPr lang="en-US" altLang="ko-KR" sz="1300">
                <a:solidFill>
                  <a:srgbClr val="292929"/>
                </a:solidFill>
                <a:latin typeface="맑은 고딕" panose="020B0503020000020004" pitchFamily="50" charset="-127"/>
              </a:rPr>
              <a:t>Robot </a:t>
            </a:r>
            <a:r>
              <a:rPr lang="ko-KR" altLang="en-US" sz="1300">
                <a:solidFill>
                  <a:srgbClr val="292929"/>
                </a:solidFill>
                <a:latin typeface="맑은 고딕" panose="020B0503020000020004" pitchFamily="50" charset="-127"/>
              </a:rPr>
              <a:t>중앙에 놓고 </a:t>
            </a:r>
            <a:r>
              <a:rPr lang="en-US" altLang="ko-KR" sz="1300">
                <a:solidFill>
                  <a:srgbClr val="292929"/>
                </a:solidFill>
                <a:latin typeface="맑은 고딕" panose="020B0503020000020004" pitchFamily="50" charset="-127"/>
              </a:rPr>
              <a:t>Linked </a:t>
            </a:r>
            <a:r>
              <a:rPr lang="ko-KR" altLang="en-US" sz="1300">
                <a:solidFill>
                  <a:srgbClr val="292929"/>
                </a:solidFill>
                <a:latin typeface="맑은 고딕" panose="020B0503020000020004" pitchFamily="50" charset="-127"/>
              </a:rPr>
              <a:t>표시 확인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5AB55E7-7813-AEDE-FCE8-3638311C39B7}"/>
              </a:ext>
            </a:extLst>
          </p:cNvPr>
          <p:cNvSpPr/>
          <p:nvPr/>
        </p:nvSpPr>
        <p:spPr>
          <a:xfrm>
            <a:off x="698500" y="3746500"/>
            <a:ext cx="2667000" cy="698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322033C-BF32-36FE-F737-576F4F5FE8FB}"/>
              </a:ext>
            </a:extLst>
          </p:cNvPr>
          <p:cNvSpPr/>
          <p:nvPr/>
        </p:nvSpPr>
        <p:spPr>
          <a:xfrm>
            <a:off x="3365500" y="3746500"/>
            <a:ext cx="8128000" cy="698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CDEB95-40B8-EDBD-7291-3935C0E89CFD}"/>
              </a:ext>
            </a:extLst>
          </p:cNvPr>
          <p:cNvSpPr txBox="1"/>
          <p:nvPr/>
        </p:nvSpPr>
        <p:spPr>
          <a:xfrm>
            <a:off x="825500" y="3911600"/>
            <a:ext cx="2413000" cy="30008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300" b="1">
                <a:solidFill>
                  <a:srgbClr val="292929"/>
                </a:solidFill>
                <a:latin typeface="맑은 고딕" panose="020B0503020000020004" pitchFamily="50" charset="-127"/>
              </a:rPr>
              <a:t>선택 정보가 사라짐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2D7B42-4BFA-62B8-69EF-2C223DB42FDA}"/>
              </a:ext>
            </a:extLst>
          </p:cNvPr>
          <p:cNvSpPr txBox="1"/>
          <p:nvPr/>
        </p:nvSpPr>
        <p:spPr>
          <a:xfrm>
            <a:off x="3556000" y="3911600"/>
            <a:ext cx="7747000" cy="30008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300">
                <a:solidFill>
                  <a:srgbClr val="292929"/>
                </a:solidFill>
                <a:latin typeface="맑은 고딕" panose="020B0503020000020004" pitchFamily="50" charset="-127"/>
              </a:rPr>
              <a:t>Wizard </a:t>
            </a:r>
            <a:r>
              <a:rPr lang="ko-KR" altLang="en-US" sz="1300">
                <a:solidFill>
                  <a:srgbClr val="292929"/>
                </a:solidFill>
                <a:latin typeface="맑은 고딕" panose="020B0503020000020004" pitchFamily="50" charset="-127"/>
              </a:rPr>
              <a:t>완료 후 </a:t>
            </a:r>
            <a:r>
              <a:rPr lang="en-US" altLang="ko-KR" sz="1300">
                <a:solidFill>
                  <a:srgbClr val="292929"/>
                </a:solidFill>
                <a:latin typeface="맑은 고딕" panose="020B0503020000020004" pitchFamily="50" charset="-127"/>
              </a:rPr>
              <a:t>Save, Open </a:t>
            </a:r>
            <a:r>
              <a:rPr lang="ko-KR" altLang="en-US" sz="1300">
                <a:solidFill>
                  <a:srgbClr val="292929"/>
                </a:solidFill>
                <a:latin typeface="맑은 고딕" panose="020B0503020000020004" pitchFamily="50" charset="-127"/>
              </a:rPr>
              <a:t>후 </a:t>
            </a:r>
            <a:r>
              <a:rPr lang="en-US" altLang="ko-KR" sz="1300">
                <a:solidFill>
                  <a:srgbClr val="292929"/>
                </a:solidFill>
                <a:latin typeface="맑은 고딕" panose="020B0503020000020004" pitchFamily="50" charset="-127"/>
              </a:rPr>
              <a:t>parentRobotRef </a:t>
            </a:r>
            <a:r>
              <a:rPr lang="ko-KR" altLang="en-US" sz="1300">
                <a:solidFill>
                  <a:srgbClr val="292929"/>
                </a:solidFill>
                <a:latin typeface="맑은 고딕" panose="020B0503020000020004" pitchFamily="50" charset="-127"/>
              </a:rPr>
              <a:t>확인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67CA244-E0D5-C59E-AEF2-69A25ED6DC87}"/>
              </a:ext>
            </a:extLst>
          </p:cNvPr>
          <p:cNvSpPr/>
          <p:nvPr/>
        </p:nvSpPr>
        <p:spPr>
          <a:xfrm>
            <a:off x="698500" y="4445000"/>
            <a:ext cx="2667000" cy="698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3C1C91E-8043-9E0F-2B70-843D3EA661CF}"/>
              </a:ext>
            </a:extLst>
          </p:cNvPr>
          <p:cNvSpPr/>
          <p:nvPr/>
        </p:nvSpPr>
        <p:spPr>
          <a:xfrm>
            <a:off x="3365500" y="4445000"/>
            <a:ext cx="8128000" cy="698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AF16F7-703D-86EA-7091-E18C3443283B}"/>
              </a:ext>
            </a:extLst>
          </p:cNvPr>
          <p:cNvSpPr txBox="1"/>
          <p:nvPr/>
        </p:nvSpPr>
        <p:spPr>
          <a:xfrm>
            <a:off x="825500" y="4610100"/>
            <a:ext cx="2413000" cy="30008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300" b="1">
                <a:solidFill>
                  <a:srgbClr val="292929"/>
                </a:solidFill>
                <a:latin typeface="맑은 고딕" panose="020B0503020000020004" pitchFamily="50" charset="-127"/>
              </a:rPr>
              <a:t>화면이 이전 버전임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939D02-BBE5-806C-D9E3-BB02B890CEEE}"/>
              </a:ext>
            </a:extLst>
          </p:cNvPr>
          <p:cNvSpPr txBox="1"/>
          <p:nvPr/>
        </p:nvSpPr>
        <p:spPr>
          <a:xfrm>
            <a:off x="3556000" y="4610100"/>
            <a:ext cx="7747000" cy="30008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300">
                <a:solidFill>
                  <a:srgbClr val="292929"/>
                </a:solidFill>
                <a:latin typeface="맑은 고딕" panose="020B0503020000020004" pitchFamily="50" charset="-127"/>
              </a:rPr>
              <a:t>npm run build → </a:t>
            </a:r>
            <a:r>
              <a:rPr lang="ko-KR" altLang="en-US" sz="1300">
                <a:solidFill>
                  <a:srgbClr val="292929"/>
                </a:solidFill>
                <a:latin typeface="맑은 고딕" panose="020B0503020000020004" pitchFamily="50" charset="-127"/>
              </a:rPr>
              <a:t>서버 재시작 → </a:t>
            </a:r>
            <a:r>
              <a:rPr lang="en-US" altLang="ko-KR" sz="1300">
                <a:solidFill>
                  <a:srgbClr val="292929"/>
                </a:solidFill>
                <a:latin typeface="맑은 고딕" panose="020B0503020000020004" pitchFamily="50" charset="-127"/>
              </a:rPr>
              <a:t>Ctrl+F5</a:t>
            </a:r>
            <a:endParaRPr lang="ko-KR" altLang="en-US" sz="1300">
              <a:solidFill>
                <a:srgbClr val="29292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2213B6B-2075-F654-8C33-DE678BEFBD3D}"/>
              </a:ext>
            </a:extLst>
          </p:cNvPr>
          <p:cNvSpPr/>
          <p:nvPr/>
        </p:nvSpPr>
        <p:spPr>
          <a:xfrm>
            <a:off x="698500" y="5143500"/>
            <a:ext cx="2667000" cy="698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D29AE36-33AC-6E7A-C7EB-1B744CDD9B01}"/>
              </a:ext>
            </a:extLst>
          </p:cNvPr>
          <p:cNvSpPr/>
          <p:nvPr/>
        </p:nvSpPr>
        <p:spPr>
          <a:xfrm>
            <a:off x="3365500" y="5143500"/>
            <a:ext cx="8128000" cy="698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5F7BDD-67A5-21B7-1BE3-C197FD2755D8}"/>
              </a:ext>
            </a:extLst>
          </p:cNvPr>
          <p:cNvSpPr txBox="1"/>
          <p:nvPr/>
        </p:nvSpPr>
        <p:spPr>
          <a:xfrm>
            <a:off x="825500" y="5308600"/>
            <a:ext cx="2413000" cy="30008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300" b="1">
                <a:solidFill>
                  <a:srgbClr val="292929"/>
                </a:solidFill>
                <a:latin typeface="맑은 고딕" panose="020B0503020000020004" pitchFamily="50" charset="-127"/>
              </a:rPr>
              <a:t>빌드 경고 표시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4881D7-CA19-0E9C-9FD3-6E92366C2A69}"/>
              </a:ext>
            </a:extLst>
          </p:cNvPr>
          <p:cNvSpPr txBox="1"/>
          <p:nvPr/>
        </p:nvSpPr>
        <p:spPr>
          <a:xfrm>
            <a:off x="3556000" y="5308600"/>
            <a:ext cx="7747000" cy="30008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300">
                <a:solidFill>
                  <a:srgbClr val="292929"/>
                </a:solidFill>
                <a:latin typeface="맑은 고딕" panose="020B0503020000020004" pitchFamily="50" charset="-127"/>
              </a:rPr>
              <a:t>DEP0176/Browserslist</a:t>
            </a:r>
            <a:r>
              <a:rPr lang="ko-KR" altLang="en-US" sz="1300">
                <a:solidFill>
                  <a:srgbClr val="292929"/>
                </a:solidFill>
                <a:latin typeface="맑은 고딕" panose="020B0503020000020004" pitchFamily="50" charset="-127"/>
              </a:rPr>
              <a:t>는 경고이며 빌드 실패와 구분</a:t>
            </a:r>
          </a:p>
        </p:txBody>
      </p:sp>
    </p:spTree>
    <p:extLst>
      <p:ext uri="{BB962C8B-B14F-4D97-AF65-F5344CB8AC3E}">
        <p14:creationId xmlns:p14="http://schemas.microsoft.com/office/powerpoint/2010/main" val="3090930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0871ED2-460F-E142-7356-72443B4F6C74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5FBFF-9181-C602-85D4-D4B348493D3F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08. CHECKLIST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EA6A5-B1DB-73DE-14C7-4699832A832D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권장 작업 체크리스트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E70A27-E7BB-D615-DAF1-4B64BCA7B4D1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527D7-C454-68CD-6C74-A17D71553494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FBDEF8-B911-CA7A-DEF3-23846F67A2A9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19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2E862FF-3A28-A635-7312-60798AEB7671}"/>
              </a:ext>
            </a:extLst>
          </p:cNvPr>
          <p:cNvSpPr/>
          <p:nvPr/>
        </p:nvSpPr>
        <p:spPr>
          <a:xfrm>
            <a:off x="698500" y="18415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6A60C-DB8E-4629-BCBC-3BAC7FA9875E}"/>
              </a:ext>
            </a:extLst>
          </p:cNvPr>
          <p:cNvSpPr txBox="1"/>
          <p:nvPr/>
        </p:nvSpPr>
        <p:spPr>
          <a:xfrm>
            <a:off x="1003300" y="1778000"/>
            <a:ext cx="10490200" cy="3539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□ Software IM 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생성 및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Module ID 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확인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44801F7-999F-C556-B416-134666E76490}"/>
              </a:ext>
            </a:extLst>
          </p:cNvPr>
          <p:cNvSpPr/>
          <p:nvPr/>
        </p:nvSpPr>
        <p:spPr>
          <a:xfrm>
            <a:off x="698500" y="25019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7637A-BFE4-9A64-7238-1FE2C82BD89B}"/>
              </a:ext>
            </a:extLst>
          </p:cNvPr>
          <p:cNvSpPr txBox="1"/>
          <p:nvPr/>
        </p:nvSpPr>
        <p:spPr>
          <a:xfrm>
            <a:off x="1003300" y="2438400"/>
            <a:ext cx="10490200" cy="3539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□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생성 후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Software 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연결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정보 선택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3A35D57-2890-48A3-4C75-E9F29B1997BE}"/>
              </a:ext>
            </a:extLst>
          </p:cNvPr>
          <p:cNvSpPr/>
          <p:nvPr/>
        </p:nvSpPr>
        <p:spPr>
          <a:xfrm>
            <a:off x="698500" y="31623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13A94-E507-15E7-5F3E-42656F54F2A9}"/>
              </a:ext>
            </a:extLst>
          </p:cNvPr>
          <p:cNvSpPr txBox="1"/>
          <p:nvPr/>
        </p:nvSpPr>
        <p:spPr>
          <a:xfrm>
            <a:off x="1003300" y="3098800"/>
            <a:ext cx="10490200" cy="3539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□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Robot 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생성 후 필요한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복수 선택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7D07283-CFE3-3E2A-2FD5-CFF5654A6549}"/>
              </a:ext>
            </a:extLst>
          </p:cNvPr>
          <p:cNvSpPr/>
          <p:nvPr/>
        </p:nvSpPr>
        <p:spPr>
          <a:xfrm>
            <a:off x="698500" y="38227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0AB84-D096-A9C8-EC8F-EB8223067FA1}"/>
              </a:ext>
            </a:extLst>
          </p:cNvPr>
          <p:cNvSpPr txBox="1"/>
          <p:nvPr/>
        </p:nvSpPr>
        <p:spPr>
          <a:xfrm>
            <a:off x="1003300" y="3759200"/>
            <a:ext cx="10490200" cy="3539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□ Canvas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와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Software 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구성 확인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7DC3D8C-2A28-A8C6-2443-EBB7FB31D817}"/>
              </a:ext>
            </a:extLst>
          </p:cNvPr>
          <p:cNvSpPr/>
          <p:nvPr/>
        </p:nvSpPr>
        <p:spPr>
          <a:xfrm>
            <a:off x="698500" y="44831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C3BB16-1E2D-36F4-9911-125BB77ADBDA}"/>
              </a:ext>
            </a:extLst>
          </p:cNvPr>
          <p:cNvSpPr txBox="1"/>
          <p:nvPr/>
        </p:nvSpPr>
        <p:spPr>
          <a:xfrm>
            <a:off x="1003300" y="4419600"/>
            <a:ext cx="10490200" cy="3539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□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를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Robot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에 연결하고 </a:t>
            </a:r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Linked 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표시 확인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1BC81BF-642D-0076-3253-B884BE6EFFFE}"/>
              </a:ext>
            </a:extLst>
          </p:cNvPr>
          <p:cNvSpPr/>
          <p:nvPr/>
        </p:nvSpPr>
        <p:spPr>
          <a:xfrm>
            <a:off x="698500" y="5143500"/>
            <a:ext cx="152400" cy="152400"/>
          </a:xfrm>
          <a:prstGeom prst="ellipse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EBB15F-8876-8F29-6F66-3D435FE4EB4B}"/>
              </a:ext>
            </a:extLst>
          </p:cNvPr>
          <p:cNvSpPr txBox="1"/>
          <p:nvPr/>
        </p:nvSpPr>
        <p:spPr>
          <a:xfrm>
            <a:off x="1003300" y="5080000"/>
            <a:ext cx="10490200" cy="3539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700">
                <a:solidFill>
                  <a:srgbClr val="292929"/>
                </a:solidFill>
                <a:latin typeface="맑은 고딕" panose="020B0503020000020004" pitchFamily="50" charset="-127"/>
              </a:rPr>
              <a:t>□ Save → Mapping → Validation → Execute </a:t>
            </a:r>
            <a:r>
              <a:rPr lang="ko-KR" altLang="en-US" sz="1700">
                <a:solidFill>
                  <a:srgbClr val="292929"/>
                </a:solidFill>
                <a:latin typeface="맑은 고딕" panose="020B0503020000020004" pitchFamily="50" charset="-127"/>
              </a:rPr>
              <a:t>순서 준수</a:t>
            </a:r>
          </a:p>
        </p:txBody>
      </p:sp>
    </p:spTree>
    <p:extLst>
      <p:ext uri="{BB962C8B-B14F-4D97-AF65-F5344CB8AC3E}">
        <p14:creationId xmlns:p14="http://schemas.microsoft.com/office/powerpoint/2010/main" val="3684816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4A68DEB-4253-1483-400B-BF7B7057D4BB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27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09AA4-6B3D-30E2-D400-CD85E44508BE}"/>
              </a:ext>
            </a:extLst>
          </p:cNvPr>
          <p:cNvSpPr txBox="1"/>
          <p:nvPr/>
        </p:nvSpPr>
        <p:spPr>
          <a:xfrm>
            <a:off x="355600" y="165100"/>
            <a:ext cx="3429000" cy="261610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RODOS2 USER MANUAL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CCA71-2567-F9DC-D77A-AA3F8017F898}"/>
              </a:ext>
            </a:extLst>
          </p:cNvPr>
          <p:cNvSpPr txBox="1"/>
          <p:nvPr/>
        </p:nvSpPr>
        <p:spPr>
          <a:xfrm>
            <a:off x="355600" y="863600"/>
            <a:ext cx="11303000" cy="477054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ko-KR" altLang="en-US" sz="2500" b="1">
                <a:solidFill>
                  <a:srgbClr val="162735"/>
                </a:solidFill>
                <a:latin typeface="맑은 고딕" panose="020B0503020000020004" pitchFamily="50" charset="-127"/>
              </a:rPr>
              <a:t>완료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98A87B-3792-C651-81B0-B77F0635FA58}"/>
              </a:ext>
            </a:extLst>
          </p:cNvPr>
          <p:cNvSpPr/>
          <p:nvPr/>
        </p:nvSpPr>
        <p:spPr>
          <a:xfrm>
            <a:off x="355600" y="1498600"/>
            <a:ext cx="952500" cy="50800"/>
          </a:xfrm>
          <a:prstGeom prst="rect">
            <a:avLst/>
          </a:prstGeom>
          <a:solidFill>
            <a:srgbClr val="246A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7472EC-A305-4934-B2DD-8998BF99B14A}"/>
              </a:ext>
            </a:extLst>
          </p:cNvPr>
          <p:cNvSpPr txBox="1"/>
          <p:nvPr/>
        </p:nvSpPr>
        <p:spPr>
          <a:xfrm>
            <a:off x="355600" y="6540500"/>
            <a:ext cx="6350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ISO 22166 </a:t>
            </a:r>
            <a:r>
              <a:rPr lang="ko-KR" altLang="en-US" sz="900">
                <a:solidFill>
                  <a:srgbClr val="77777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Information Model Editor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4AB60-71B0-E2FE-772F-4BFA6FFC1FDE}"/>
              </a:ext>
            </a:extLst>
          </p:cNvPr>
          <p:cNvSpPr txBox="1"/>
          <p:nvPr/>
        </p:nvSpPr>
        <p:spPr>
          <a:xfrm>
            <a:off x="11430000" y="6540500"/>
            <a:ext cx="381000" cy="230832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r"/>
            <a:r>
              <a:rPr lang="en-US" altLang="ko-KR" sz="900">
                <a:solidFill>
                  <a:srgbClr val="777777"/>
                </a:solidFill>
                <a:latin typeface="맑은 고딕" panose="020B0503020000020004" pitchFamily="50" charset="-127"/>
              </a:rPr>
              <a:t>20</a:t>
            </a:r>
            <a:endParaRPr lang="ko-KR" altLang="en-US" sz="900">
              <a:solidFill>
                <a:srgbClr val="77777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F2B3B4-3AE0-3489-DE11-BA153F6E2C3E}"/>
              </a:ext>
            </a:extLst>
          </p:cNvPr>
          <p:cNvSpPr txBox="1"/>
          <p:nvPr/>
        </p:nvSpPr>
        <p:spPr>
          <a:xfrm>
            <a:off x="1016000" y="2095500"/>
            <a:ext cx="10160000" cy="461665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ko-KR" altLang="en-US" sz="2400" b="1">
                <a:solidFill>
                  <a:srgbClr val="246AD3"/>
                </a:solidFill>
                <a:latin typeface="맑은 고딕" panose="020B0503020000020004" pitchFamily="50" charset="-127"/>
              </a:rPr>
              <a:t>안전한 구성 원칙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FBAD7-BDE1-74C1-B27D-0C17AF3358F8}"/>
              </a:ext>
            </a:extLst>
          </p:cNvPr>
          <p:cNvSpPr txBox="1"/>
          <p:nvPr/>
        </p:nvSpPr>
        <p:spPr>
          <a:xfrm>
            <a:off x="1460500" y="2984500"/>
            <a:ext cx="9271000" cy="1107996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162735"/>
                </a:solidFill>
                <a:latin typeface="맑은 고딕" panose="020B0503020000020004" pitchFamily="50" charset="-127"/>
              </a:rPr>
              <a:t>정보는 선택 단계에서 명시적으로 구성하고</a:t>
            </a:r>
            <a:r>
              <a:rPr lang="en-US" altLang="ko-KR" sz="2200" b="1">
                <a:solidFill>
                  <a:srgbClr val="162735"/>
                </a:solidFill>
                <a:latin typeface="맑은 고딕" panose="020B0503020000020004" pitchFamily="50" charset="-127"/>
              </a:rPr>
              <a:t>,
Controller</a:t>
            </a:r>
            <a:r>
              <a:rPr lang="ko-KR" altLang="en-US" sz="2200" b="1">
                <a:solidFill>
                  <a:srgbClr val="162735"/>
                </a:solidFill>
                <a:latin typeface="맑은 고딕" panose="020B0503020000020004" pitchFamily="50" charset="-127"/>
              </a:rPr>
              <a:t>를 이동할 때는 </a:t>
            </a:r>
            <a:r>
              <a:rPr lang="en-US" altLang="ko-KR" sz="2200" b="1">
                <a:solidFill>
                  <a:srgbClr val="162735"/>
                </a:solidFill>
                <a:latin typeface="맑은 고딕" panose="020B0503020000020004" pitchFamily="50" charset="-127"/>
              </a:rPr>
              <a:t>Software</a:t>
            </a:r>
            <a:r>
              <a:rPr lang="ko-KR" altLang="en-US" sz="2200" b="1">
                <a:solidFill>
                  <a:srgbClr val="162735"/>
                </a:solidFill>
                <a:latin typeface="맑은 고딕" panose="020B0503020000020004" pitchFamily="50" charset="-127"/>
              </a:rPr>
              <a:t>와 선택 정보를 하나의 묶음으로 유지합니다</a:t>
            </a:r>
            <a:r>
              <a:rPr lang="en-US" altLang="ko-KR" sz="2200" b="1">
                <a:solidFill>
                  <a:srgbClr val="162735"/>
                </a:solidFill>
                <a:latin typeface="맑은 고딕" panose="020B0503020000020004" pitchFamily="50" charset="-127"/>
              </a:rPr>
              <a:t>.</a:t>
            </a:r>
            <a:endParaRPr lang="ko-KR" altLang="en-US" sz="2200" b="1">
              <a:solidFill>
                <a:srgbClr val="16273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A80CA-CC0C-9227-98F7-4F864C50FAD2}"/>
              </a:ext>
            </a:extLst>
          </p:cNvPr>
          <p:cNvSpPr txBox="1"/>
          <p:nvPr/>
        </p:nvSpPr>
        <p:spPr>
          <a:xfrm>
            <a:off x="2921000" y="4762500"/>
            <a:ext cx="6350000" cy="492443"/>
          </a:xfrm>
          <a:prstGeom prst="rect">
            <a:avLst/>
          </a:prstGeom>
          <a:noFill/>
        </p:spPr>
        <p:txBody>
          <a:bodyPr vert="horz" lIns="50800" rIns="50800" rtlCol="0">
            <a:spAutoFit/>
          </a:bodyPr>
          <a:lstStyle/>
          <a:p>
            <a:pPr algn="ctr"/>
            <a:r>
              <a:rPr lang="en-US" altLang="ko-KR" sz="2600" b="1">
                <a:solidFill>
                  <a:srgbClr val="4D9459"/>
                </a:solidFill>
                <a:latin typeface="맑은 고딕" panose="020B0503020000020004" pitchFamily="50" charset="-127"/>
              </a:rPr>
              <a:t>Robot → Controller → Software</a:t>
            </a:r>
            <a:endParaRPr lang="ko-KR" altLang="en-US" sz="2600" b="1">
              <a:solidFill>
                <a:srgbClr val="4D9459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7348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1188</Words>
  <Application>Microsoft Office PowerPoint</Application>
  <PresentationFormat>화면 슬라이드 쇼(16:9)</PresentationFormat>
  <Paragraphs>210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이수빈</dc:creator>
  <cp:lastModifiedBy>이수빈</cp:lastModifiedBy>
  <cp:revision>1</cp:revision>
  <dcterms:created xsi:type="dcterms:W3CDTF">2026-08-09T11:35:15Z</dcterms:created>
  <dcterms:modified xsi:type="dcterms:W3CDTF">2026-08-09T11:35:15Z</dcterms:modified>
</cp:coreProperties>
</file>